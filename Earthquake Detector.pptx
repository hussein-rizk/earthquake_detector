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9FFCA4-766B-4008-9465-BAAEF3D4614B}" type="doc">
      <dgm:prSet loTypeId="urn:microsoft.com/office/officeart/2018/2/layout/IconVerticalSolid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90988B-8E30-4AC9-8128-439B0890CDBC}">
      <dgm:prSet/>
      <dgm:spPr/>
      <dgm:t>
        <a:bodyPr/>
        <a:lstStyle/>
        <a:p>
          <a:r>
            <a:rPr lang="en-US" b="0" i="0" dirty="0"/>
            <a:t>Title of the presentation: "Earthquake Detector using MPU6050 Sensor"</a:t>
          </a:r>
          <a:endParaRPr lang="en-US" dirty="0"/>
        </a:p>
      </dgm:t>
    </dgm:pt>
    <dgm:pt modelId="{1855BAC8-FD38-4370-AE95-E64B8D7E8611}" type="parTrans" cxnId="{898FDEF2-67AA-488D-8B45-C112BD1654F1}">
      <dgm:prSet/>
      <dgm:spPr/>
      <dgm:t>
        <a:bodyPr/>
        <a:lstStyle/>
        <a:p>
          <a:endParaRPr lang="en-US"/>
        </a:p>
      </dgm:t>
    </dgm:pt>
    <dgm:pt modelId="{AAB08540-9768-42AE-AF7C-210AF838CDE9}" type="sibTrans" cxnId="{898FDEF2-67AA-488D-8B45-C112BD1654F1}">
      <dgm:prSet/>
      <dgm:spPr/>
      <dgm:t>
        <a:bodyPr/>
        <a:lstStyle/>
        <a:p>
          <a:endParaRPr lang="en-US"/>
        </a:p>
      </dgm:t>
    </dgm:pt>
    <dgm:pt modelId="{DA8579FF-5FA4-4442-9EF2-F84051AB0124}">
      <dgm:prSet/>
      <dgm:spPr/>
      <dgm:t>
        <a:bodyPr/>
        <a:lstStyle/>
        <a:p>
          <a:r>
            <a:rPr lang="en-US" b="0" i="0" dirty="0"/>
            <a:t>Introduction</a:t>
          </a:r>
          <a:endParaRPr lang="en-US" dirty="0"/>
        </a:p>
      </dgm:t>
    </dgm:pt>
    <dgm:pt modelId="{016D6C1F-E69B-401D-92C6-AFC26436112B}" type="parTrans" cxnId="{9B3BEB3C-CFD8-4BB2-9A1B-B133D688FD14}">
      <dgm:prSet/>
      <dgm:spPr/>
      <dgm:t>
        <a:bodyPr/>
        <a:lstStyle/>
        <a:p>
          <a:endParaRPr lang="en-US"/>
        </a:p>
      </dgm:t>
    </dgm:pt>
    <dgm:pt modelId="{A18F088D-A8F4-4EA7-AFC2-66175D991134}" type="sibTrans" cxnId="{9B3BEB3C-CFD8-4BB2-9A1B-B133D688FD14}">
      <dgm:prSet/>
      <dgm:spPr/>
      <dgm:t>
        <a:bodyPr/>
        <a:lstStyle/>
        <a:p>
          <a:endParaRPr lang="en-US"/>
        </a:p>
      </dgm:t>
    </dgm:pt>
    <dgm:pt modelId="{17E748C8-2A8D-4257-B737-857EA356460D}">
      <dgm:prSet/>
      <dgm:spPr/>
      <dgm:t>
        <a:bodyPr/>
        <a:lstStyle/>
        <a:p>
          <a:r>
            <a:rPr lang="en-US" b="0" i="0" dirty="0"/>
            <a:t>The importance of earthquake detection and monitoring</a:t>
          </a:r>
          <a:endParaRPr lang="en-US" dirty="0"/>
        </a:p>
      </dgm:t>
    </dgm:pt>
    <dgm:pt modelId="{FBF36A28-C3CA-433B-95B9-5739D7DB3ECD}" type="parTrans" cxnId="{C51962F9-259D-4345-8869-0583B1EEC496}">
      <dgm:prSet/>
      <dgm:spPr/>
      <dgm:t>
        <a:bodyPr/>
        <a:lstStyle/>
        <a:p>
          <a:endParaRPr lang="en-US"/>
        </a:p>
      </dgm:t>
    </dgm:pt>
    <dgm:pt modelId="{6B8BDE13-FC99-4409-A65A-A2D02CAE1465}" type="sibTrans" cxnId="{C51962F9-259D-4345-8869-0583B1EEC496}">
      <dgm:prSet/>
      <dgm:spPr/>
      <dgm:t>
        <a:bodyPr/>
        <a:lstStyle/>
        <a:p>
          <a:endParaRPr lang="en-US"/>
        </a:p>
      </dgm:t>
    </dgm:pt>
    <dgm:pt modelId="{A5E9D443-3639-43EA-A85E-E752686F75A3}" type="pres">
      <dgm:prSet presAssocID="{1B9FFCA4-766B-4008-9465-BAAEF3D4614B}" presName="root" presStyleCnt="0">
        <dgm:presLayoutVars>
          <dgm:dir/>
          <dgm:resizeHandles val="exact"/>
        </dgm:presLayoutVars>
      </dgm:prSet>
      <dgm:spPr/>
    </dgm:pt>
    <dgm:pt modelId="{AB7EF865-A9C0-425A-8FD9-16469E47AB7B}" type="pres">
      <dgm:prSet presAssocID="{1190988B-8E30-4AC9-8128-439B0890CDBC}" presName="compNode" presStyleCnt="0"/>
      <dgm:spPr/>
    </dgm:pt>
    <dgm:pt modelId="{5CDE7610-5F35-4F66-B05C-7FFDF42043CE}" type="pres">
      <dgm:prSet presAssocID="{1190988B-8E30-4AC9-8128-439B0890CDBC}" presName="bgRect" presStyleLbl="bgShp" presStyleIdx="0" presStyleCnt="3"/>
      <dgm:spPr/>
    </dgm:pt>
    <dgm:pt modelId="{68C8A5D1-5AF2-45A1-AE51-F56ED0C218B4}" type="pres">
      <dgm:prSet presAssocID="{1190988B-8E30-4AC9-8128-439B0890CDB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FE340E77-32A0-4D46-A2FD-FE588BB17200}" type="pres">
      <dgm:prSet presAssocID="{1190988B-8E30-4AC9-8128-439B0890CDBC}" presName="spaceRect" presStyleCnt="0"/>
      <dgm:spPr/>
    </dgm:pt>
    <dgm:pt modelId="{5AFE8203-1363-45FA-8D2D-387C72B7C414}" type="pres">
      <dgm:prSet presAssocID="{1190988B-8E30-4AC9-8128-439B0890CDBC}" presName="parTx" presStyleLbl="revTx" presStyleIdx="0" presStyleCnt="3">
        <dgm:presLayoutVars>
          <dgm:chMax val="0"/>
          <dgm:chPref val="0"/>
        </dgm:presLayoutVars>
      </dgm:prSet>
      <dgm:spPr/>
    </dgm:pt>
    <dgm:pt modelId="{883F5555-7A67-4BE7-AD41-7F258A2CB7DD}" type="pres">
      <dgm:prSet presAssocID="{AAB08540-9768-42AE-AF7C-210AF838CDE9}" presName="sibTrans" presStyleCnt="0"/>
      <dgm:spPr/>
    </dgm:pt>
    <dgm:pt modelId="{F56D8EE1-9E5C-4F12-8015-7D49354AACA0}" type="pres">
      <dgm:prSet presAssocID="{DA8579FF-5FA4-4442-9EF2-F84051AB0124}" presName="compNode" presStyleCnt="0"/>
      <dgm:spPr/>
    </dgm:pt>
    <dgm:pt modelId="{7604B6CD-FEA2-4D98-A69E-6537830F4D83}" type="pres">
      <dgm:prSet presAssocID="{DA8579FF-5FA4-4442-9EF2-F84051AB0124}" presName="bgRect" presStyleLbl="bgShp" presStyleIdx="1" presStyleCnt="3"/>
      <dgm:spPr/>
    </dgm:pt>
    <dgm:pt modelId="{6B6D2D5A-BDAD-4679-AE1C-23D7C9757395}" type="pres">
      <dgm:prSet presAssocID="{DA8579FF-5FA4-4442-9EF2-F84051AB012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533330D-43C6-433C-BD27-DBCDC7BF7629}" type="pres">
      <dgm:prSet presAssocID="{DA8579FF-5FA4-4442-9EF2-F84051AB0124}" presName="spaceRect" presStyleCnt="0"/>
      <dgm:spPr/>
    </dgm:pt>
    <dgm:pt modelId="{B97E6F8A-2A94-46B7-8B55-924BD45635B1}" type="pres">
      <dgm:prSet presAssocID="{DA8579FF-5FA4-4442-9EF2-F84051AB0124}" presName="parTx" presStyleLbl="revTx" presStyleIdx="1" presStyleCnt="3">
        <dgm:presLayoutVars>
          <dgm:chMax val="0"/>
          <dgm:chPref val="0"/>
        </dgm:presLayoutVars>
      </dgm:prSet>
      <dgm:spPr/>
    </dgm:pt>
    <dgm:pt modelId="{CD938AFB-89F9-403B-BFA9-2160FDBCE548}" type="pres">
      <dgm:prSet presAssocID="{A18F088D-A8F4-4EA7-AFC2-66175D991134}" presName="sibTrans" presStyleCnt="0"/>
      <dgm:spPr/>
    </dgm:pt>
    <dgm:pt modelId="{2F9A7DFE-8844-4F76-B864-0FEF245C1BB4}" type="pres">
      <dgm:prSet presAssocID="{17E748C8-2A8D-4257-B737-857EA356460D}" presName="compNode" presStyleCnt="0"/>
      <dgm:spPr/>
    </dgm:pt>
    <dgm:pt modelId="{8F3C8C47-425E-4691-9D8B-20D1114BDA88}" type="pres">
      <dgm:prSet presAssocID="{17E748C8-2A8D-4257-B737-857EA356460D}" presName="bgRect" presStyleLbl="bgShp" presStyleIdx="2" presStyleCnt="3"/>
      <dgm:spPr/>
    </dgm:pt>
    <dgm:pt modelId="{6BA10708-FC07-4E3A-879C-6C50585EB277}" type="pres">
      <dgm:prSet presAssocID="{17E748C8-2A8D-4257-B737-857EA356460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BE53675-91FB-4012-8B47-4D8375DC4BC6}" type="pres">
      <dgm:prSet presAssocID="{17E748C8-2A8D-4257-B737-857EA356460D}" presName="spaceRect" presStyleCnt="0"/>
      <dgm:spPr/>
    </dgm:pt>
    <dgm:pt modelId="{5304B20C-FD56-497C-B3C4-A664F0632E6C}" type="pres">
      <dgm:prSet presAssocID="{17E748C8-2A8D-4257-B737-857EA356460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37E040C-8DEC-4112-AA4E-DB764A958341}" type="presOf" srcId="{1B9FFCA4-766B-4008-9465-BAAEF3D4614B}" destId="{A5E9D443-3639-43EA-A85E-E752686F75A3}" srcOrd="0" destOrd="0" presId="urn:microsoft.com/office/officeart/2018/2/layout/IconVerticalSolidList"/>
    <dgm:cxn modelId="{9B3BEB3C-CFD8-4BB2-9A1B-B133D688FD14}" srcId="{1B9FFCA4-766B-4008-9465-BAAEF3D4614B}" destId="{DA8579FF-5FA4-4442-9EF2-F84051AB0124}" srcOrd="1" destOrd="0" parTransId="{016D6C1F-E69B-401D-92C6-AFC26436112B}" sibTransId="{A18F088D-A8F4-4EA7-AFC2-66175D991134}"/>
    <dgm:cxn modelId="{A61ACC50-3AF6-4F8D-BB49-05B497930A71}" type="presOf" srcId="{17E748C8-2A8D-4257-B737-857EA356460D}" destId="{5304B20C-FD56-497C-B3C4-A664F0632E6C}" srcOrd="0" destOrd="0" presId="urn:microsoft.com/office/officeart/2018/2/layout/IconVerticalSolidList"/>
    <dgm:cxn modelId="{4D9F9A57-D379-454D-94C1-63EDF9407983}" type="presOf" srcId="{1190988B-8E30-4AC9-8128-439B0890CDBC}" destId="{5AFE8203-1363-45FA-8D2D-387C72B7C414}" srcOrd="0" destOrd="0" presId="urn:microsoft.com/office/officeart/2018/2/layout/IconVerticalSolidList"/>
    <dgm:cxn modelId="{B187625A-0549-49B6-8A5E-438387205B5B}" type="presOf" srcId="{DA8579FF-5FA4-4442-9EF2-F84051AB0124}" destId="{B97E6F8A-2A94-46B7-8B55-924BD45635B1}" srcOrd="0" destOrd="0" presId="urn:microsoft.com/office/officeart/2018/2/layout/IconVerticalSolidList"/>
    <dgm:cxn modelId="{898FDEF2-67AA-488D-8B45-C112BD1654F1}" srcId="{1B9FFCA4-766B-4008-9465-BAAEF3D4614B}" destId="{1190988B-8E30-4AC9-8128-439B0890CDBC}" srcOrd="0" destOrd="0" parTransId="{1855BAC8-FD38-4370-AE95-E64B8D7E8611}" sibTransId="{AAB08540-9768-42AE-AF7C-210AF838CDE9}"/>
    <dgm:cxn modelId="{C51962F9-259D-4345-8869-0583B1EEC496}" srcId="{1B9FFCA4-766B-4008-9465-BAAEF3D4614B}" destId="{17E748C8-2A8D-4257-B737-857EA356460D}" srcOrd="2" destOrd="0" parTransId="{FBF36A28-C3CA-433B-95B9-5739D7DB3ECD}" sibTransId="{6B8BDE13-FC99-4409-A65A-A2D02CAE1465}"/>
    <dgm:cxn modelId="{FC42FC0A-D953-49A2-AA50-9EFFC19D2C9D}" type="presParOf" srcId="{A5E9D443-3639-43EA-A85E-E752686F75A3}" destId="{AB7EF865-A9C0-425A-8FD9-16469E47AB7B}" srcOrd="0" destOrd="0" presId="urn:microsoft.com/office/officeart/2018/2/layout/IconVerticalSolidList"/>
    <dgm:cxn modelId="{E5068B3D-F7DE-4670-A3F8-420DA7D9EAB3}" type="presParOf" srcId="{AB7EF865-A9C0-425A-8FD9-16469E47AB7B}" destId="{5CDE7610-5F35-4F66-B05C-7FFDF42043CE}" srcOrd="0" destOrd="0" presId="urn:microsoft.com/office/officeart/2018/2/layout/IconVerticalSolidList"/>
    <dgm:cxn modelId="{89F8DE21-5046-4FBE-BB17-7B6564370D1C}" type="presParOf" srcId="{AB7EF865-A9C0-425A-8FD9-16469E47AB7B}" destId="{68C8A5D1-5AF2-45A1-AE51-F56ED0C218B4}" srcOrd="1" destOrd="0" presId="urn:microsoft.com/office/officeart/2018/2/layout/IconVerticalSolidList"/>
    <dgm:cxn modelId="{1DDADFC9-D14B-4829-88F9-49BFE4569361}" type="presParOf" srcId="{AB7EF865-A9C0-425A-8FD9-16469E47AB7B}" destId="{FE340E77-32A0-4D46-A2FD-FE588BB17200}" srcOrd="2" destOrd="0" presId="urn:microsoft.com/office/officeart/2018/2/layout/IconVerticalSolidList"/>
    <dgm:cxn modelId="{2C290124-474C-4DC2-A981-CB2FDC172E23}" type="presParOf" srcId="{AB7EF865-A9C0-425A-8FD9-16469E47AB7B}" destId="{5AFE8203-1363-45FA-8D2D-387C72B7C414}" srcOrd="3" destOrd="0" presId="urn:microsoft.com/office/officeart/2018/2/layout/IconVerticalSolidList"/>
    <dgm:cxn modelId="{990A7FD4-9E3A-4D9C-8FD0-65D45EE0433E}" type="presParOf" srcId="{A5E9D443-3639-43EA-A85E-E752686F75A3}" destId="{883F5555-7A67-4BE7-AD41-7F258A2CB7DD}" srcOrd="1" destOrd="0" presId="urn:microsoft.com/office/officeart/2018/2/layout/IconVerticalSolidList"/>
    <dgm:cxn modelId="{4F0CBEF1-8E1C-4CE8-84DA-B5E02F8A2F5B}" type="presParOf" srcId="{A5E9D443-3639-43EA-A85E-E752686F75A3}" destId="{F56D8EE1-9E5C-4F12-8015-7D49354AACA0}" srcOrd="2" destOrd="0" presId="urn:microsoft.com/office/officeart/2018/2/layout/IconVerticalSolidList"/>
    <dgm:cxn modelId="{CC3B4F30-D0AC-4444-A9C2-4CDF5ACD0844}" type="presParOf" srcId="{F56D8EE1-9E5C-4F12-8015-7D49354AACA0}" destId="{7604B6CD-FEA2-4D98-A69E-6537830F4D83}" srcOrd="0" destOrd="0" presId="urn:microsoft.com/office/officeart/2018/2/layout/IconVerticalSolidList"/>
    <dgm:cxn modelId="{3D4BFEA5-B5F1-40AF-9A60-9E258891FF58}" type="presParOf" srcId="{F56D8EE1-9E5C-4F12-8015-7D49354AACA0}" destId="{6B6D2D5A-BDAD-4679-AE1C-23D7C9757395}" srcOrd="1" destOrd="0" presId="urn:microsoft.com/office/officeart/2018/2/layout/IconVerticalSolidList"/>
    <dgm:cxn modelId="{261979CF-9FE2-461A-B2B6-90CDF46DDEF1}" type="presParOf" srcId="{F56D8EE1-9E5C-4F12-8015-7D49354AACA0}" destId="{D533330D-43C6-433C-BD27-DBCDC7BF7629}" srcOrd="2" destOrd="0" presId="urn:microsoft.com/office/officeart/2018/2/layout/IconVerticalSolidList"/>
    <dgm:cxn modelId="{F9D8229D-BA41-4FA4-8F82-6DB08F8AA356}" type="presParOf" srcId="{F56D8EE1-9E5C-4F12-8015-7D49354AACA0}" destId="{B97E6F8A-2A94-46B7-8B55-924BD45635B1}" srcOrd="3" destOrd="0" presId="urn:microsoft.com/office/officeart/2018/2/layout/IconVerticalSolidList"/>
    <dgm:cxn modelId="{448A974F-AF15-4E47-9344-E3E789F9BC7B}" type="presParOf" srcId="{A5E9D443-3639-43EA-A85E-E752686F75A3}" destId="{CD938AFB-89F9-403B-BFA9-2160FDBCE548}" srcOrd="3" destOrd="0" presId="urn:microsoft.com/office/officeart/2018/2/layout/IconVerticalSolidList"/>
    <dgm:cxn modelId="{9831D702-22C1-44BC-9E47-D623C5908438}" type="presParOf" srcId="{A5E9D443-3639-43EA-A85E-E752686F75A3}" destId="{2F9A7DFE-8844-4F76-B864-0FEF245C1BB4}" srcOrd="4" destOrd="0" presId="urn:microsoft.com/office/officeart/2018/2/layout/IconVerticalSolidList"/>
    <dgm:cxn modelId="{8610A83F-B5DB-4281-A9F8-73952DDF747E}" type="presParOf" srcId="{2F9A7DFE-8844-4F76-B864-0FEF245C1BB4}" destId="{8F3C8C47-425E-4691-9D8B-20D1114BDA88}" srcOrd="0" destOrd="0" presId="urn:microsoft.com/office/officeart/2018/2/layout/IconVerticalSolidList"/>
    <dgm:cxn modelId="{938B7332-CC06-4087-80D2-9A721EBC2212}" type="presParOf" srcId="{2F9A7DFE-8844-4F76-B864-0FEF245C1BB4}" destId="{6BA10708-FC07-4E3A-879C-6C50585EB277}" srcOrd="1" destOrd="0" presId="urn:microsoft.com/office/officeart/2018/2/layout/IconVerticalSolidList"/>
    <dgm:cxn modelId="{50C98A46-A936-46B0-BFFF-0E34A8B1122D}" type="presParOf" srcId="{2F9A7DFE-8844-4F76-B864-0FEF245C1BB4}" destId="{CBE53675-91FB-4012-8B47-4D8375DC4BC6}" srcOrd="2" destOrd="0" presId="urn:microsoft.com/office/officeart/2018/2/layout/IconVerticalSolidList"/>
    <dgm:cxn modelId="{7EE0E220-B593-4E1D-A7A2-CA41F1A8CDF0}" type="presParOf" srcId="{2F9A7DFE-8844-4F76-B864-0FEF245C1BB4}" destId="{5304B20C-FD56-497C-B3C4-A664F0632E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308964-43FC-4EDD-A4C8-2ACC49FE0F60}" type="doc">
      <dgm:prSet loTypeId="urn:microsoft.com/office/officeart/2018/2/layout/IconVerticalSolidList" loCatId="icon" qsTypeId="urn:microsoft.com/office/officeart/2005/8/quickstyle/simple1#3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467BBD8-04FE-420B-87F5-9152480AEAD4}">
      <dgm:prSet/>
      <dgm:spPr/>
      <dgm:t>
        <a:bodyPr/>
        <a:lstStyle/>
        <a:p>
          <a:r>
            <a:rPr lang="en-US" dirty="0"/>
            <a:t>Earthquake detecting</a:t>
          </a:r>
        </a:p>
      </dgm:t>
    </dgm:pt>
    <dgm:pt modelId="{8A144E81-8075-49DC-A400-DFB0F6306509}" type="parTrans" cxnId="{8C9F19FB-0EC4-479A-A8AA-C799BF76667D}">
      <dgm:prSet/>
      <dgm:spPr/>
      <dgm:t>
        <a:bodyPr/>
        <a:lstStyle/>
        <a:p>
          <a:endParaRPr lang="en-US"/>
        </a:p>
      </dgm:t>
    </dgm:pt>
    <dgm:pt modelId="{86FE2188-C4AE-4C01-9C78-2411AC83A396}" type="sibTrans" cxnId="{8C9F19FB-0EC4-479A-A8AA-C799BF76667D}">
      <dgm:prSet/>
      <dgm:spPr/>
      <dgm:t>
        <a:bodyPr/>
        <a:lstStyle/>
        <a:p>
          <a:endParaRPr lang="en-US"/>
        </a:p>
      </dgm:t>
    </dgm:pt>
    <dgm:pt modelId="{5CDECA9B-4071-4AE9-9CF7-C3DFC0966EC3}">
      <dgm:prSet/>
      <dgm:spPr/>
      <dgm:t>
        <a:bodyPr/>
        <a:lstStyle/>
        <a:p>
          <a:r>
            <a:rPr lang="en-US" b="0" i="0" dirty="0"/>
            <a:t>the purpose of building an earthquake detector using the MPU6050 sensor</a:t>
          </a:r>
          <a:endParaRPr lang="en-US" dirty="0"/>
        </a:p>
      </dgm:t>
    </dgm:pt>
    <dgm:pt modelId="{B74A05F5-6755-447B-9A9E-F7C940212FD8}" type="parTrans" cxnId="{FED75AED-D12A-46AC-9206-2A16B7D908B8}">
      <dgm:prSet/>
      <dgm:spPr/>
      <dgm:t>
        <a:bodyPr/>
        <a:lstStyle/>
        <a:p>
          <a:endParaRPr lang="en-US"/>
        </a:p>
      </dgm:t>
    </dgm:pt>
    <dgm:pt modelId="{D68CE7E9-7DC1-4DE4-9EFA-1A026288EF45}" type="sibTrans" cxnId="{FED75AED-D12A-46AC-9206-2A16B7D908B8}">
      <dgm:prSet/>
      <dgm:spPr/>
      <dgm:t>
        <a:bodyPr/>
        <a:lstStyle/>
        <a:p>
          <a:endParaRPr lang="en-US"/>
        </a:p>
      </dgm:t>
    </dgm:pt>
    <dgm:pt modelId="{A8C07E76-ABD9-417C-8FA7-703EA33C081E}">
      <dgm:prSet/>
      <dgm:spPr/>
      <dgm:t>
        <a:bodyPr/>
        <a:lstStyle/>
        <a:p>
          <a:r>
            <a:rPr lang="en-US" b="0" i="0" dirty="0"/>
            <a:t>The benefits and applications of such a system</a:t>
          </a:r>
          <a:endParaRPr lang="en-US" dirty="0"/>
        </a:p>
      </dgm:t>
    </dgm:pt>
    <dgm:pt modelId="{D0B74758-4033-449E-AB63-3FF9788CFE09}" type="parTrans" cxnId="{DBF27951-92BF-45BA-AB35-81EE393BD3E9}">
      <dgm:prSet/>
      <dgm:spPr/>
      <dgm:t>
        <a:bodyPr/>
        <a:lstStyle/>
        <a:p>
          <a:endParaRPr lang="en-US"/>
        </a:p>
      </dgm:t>
    </dgm:pt>
    <dgm:pt modelId="{766B5688-4461-49D9-AA9B-40C68C316005}" type="sibTrans" cxnId="{DBF27951-92BF-45BA-AB35-81EE393BD3E9}">
      <dgm:prSet/>
      <dgm:spPr/>
      <dgm:t>
        <a:bodyPr/>
        <a:lstStyle/>
        <a:p>
          <a:endParaRPr lang="en-US"/>
        </a:p>
      </dgm:t>
    </dgm:pt>
    <dgm:pt modelId="{A8E47D26-96D2-423D-81FF-97E64C15351B}" type="pres">
      <dgm:prSet presAssocID="{29308964-43FC-4EDD-A4C8-2ACC49FE0F60}" presName="root" presStyleCnt="0">
        <dgm:presLayoutVars>
          <dgm:dir/>
          <dgm:resizeHandles val="exact"/>
        </dgm:presLayoutVars>
      </dgm:prSet>
      <dgm:spPr/>
    </dgm:pt>
    <dgm:pt modelId="{38B6047A-8D35-4DAC-BC65-FAA69266F866}" type="pres">
      <dgm:prSet presAssocID="{D467BBD8-04FE-420B-87F5-9152480AEAD4}" presName="compNode" presStyleCnt="0"/>
      <dgm:spPr/>
    </dgm:pt>
    <dgm:pt modelId="{D30D108C-FC76-4371-AD87-D06B0EEB15BF}" type="pres">
      <dgm:prSet presAssocID="{D467BBD8-04FE-420B-87F5-9152480AEAD4}" presName="bgRect" presStyleLbl="bgShp" presStyleIdx="0" presStyleCnt="3"/>
      <dgm:spPr/>
    </dgm:pt>
    <dgm:pt modelId="{A4A71843-FDFE-4C57-96D0-10170451F095}" type="pres">
      <dgm:prSet presAssocID="{D467BBD8-04FE-420B-87F5-9152480AEAD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AB287E3-F848-4BCB-8C8B-19921445ECA4}" type="pres">
      <dgm:prSet presAssocID="{D467BBD8-04FE-420B-87F5-9152480AEAD4}" presName="spaceRect" presStyleCnt="0"/>
      <dgm:spPr/>
    </dgm:pt>
    <dgm:pt modelId="{21870601-68CB-480A-B12F-0A9E9B6A88CF}" type="pres">
      <dgm:prSet presAssocID="{D467BBD8-04FE-420B-87F5-9152480AEAD4}" presName="parTx" presStyleLbl="revTx" presStyleIdx="0" presStyleCnt="3">
        <dgm:presLayoutVars>
          <dgm:chMax val="0"/>
          <dgm:chPref val="0"/>
        </dgm:presLayoutVars>
      </dgm:prSet>
      <dgm:spPr/>
    </dgm:pt>
    <dgm:pt modelId="{37581EE5-8C3C-4E11-9088-AD8DBC81F5E9}" type="pres">
      <dgm:prSet presAssocID="{86FE2188-C4AE-4C01-9C78-2411AC83A396}" presName="sibTrans" presStyleCnt="0"/>
      <dgm:spPr/>
    </dgm:pt>
    <dgm:pt modelId="{0B8B23FB-414A-4CC2-AFD4-41DBD8C45345}" type="pres">
      <dgm:prSet presAssocID="{5CDECA9B-4071-4AE9-9CF7-C3DFC0966EC3}" presName="compNode" presStyleCnt="0"/>
      <dgm:spPr/>
    </dgm:pt>
    <dgm:pt modelId="{BAB64799-9530-48ED-8C64-C7AD0AD815B7}" type="pres">
      <dgm:prSet presAssocID="{5CDECA9B-4071-4AE9-9CF7-C3DFC0966EC3}" presName="bgRect" presStyleLbl="bgShp" presStyleIdx="1" presStyleCnt="3"/>
      <dgm:spPr/>
    </dgm:pt>
    <dgm:pt modelId="{8797EAB1-B038-4103-B024-094A9A372B6A}" type="pres">
      <dgm:prSet presAssocID="{5CDECA9B-4071-4AE9-9CF7-C3DFC0966EC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3E9F17BC-DA53-4485-8DFB-C1C1CC5633DC}" type="pres">
      <dgm:prSet presAssocID="{5CDECA9B-4071-4AE9-9CF7-C3DFC0966EC3}" presName="spaceRect" presStyleCnt="0"/>
      <dgm:spPr/>
    </dgm:pt>
    <dgm:pt modelId="{FC478D57-9EB6-4C7D-8509-BDB88E69AC4D}" type="pres">
      <dgm:prSet presAssocID="{5CDECA9B-4071-4AE9-9CF7-C3DFC0966EC3}" presName="parTx" presStyleLbl="revTx" presStyleIdx="1" presStyleCnt="3">
        <dgm:presLayoutVars>
          <dgm:chMax val="0"/>
          <dgm:chPref val="0"/>
        </dgm:presLayoutVars>
      </dgm:prSet>
      <dgm:spPr/>
    </dgm:pt>
    <dgm:pt modelId="{B72BA283-D39A-4C8D-8CB1-70DB5D95FBAC}" type="pres">
      <dgm:prSet presAssocID="{D68CE7E9-7DC1-4DE4-9EFA-1A026288EF45}" presName="sibTrans" presStyleCnt="0"/>
      <dgm:spPr/>
    </dgm:pt>
    <dgm:pt modelId="{48DD712C-74AD-4353-8744-D4DAC323E2F6}" type="pres">
      <dgm:prSet presAssocID="{A8C07E76-ABD9-417C-8FA7-703EA33C081E}" presName="compNode" presStyleCnt="0"/>
      <dgm:spPr/>
    </dgm:pt>
    <dgm:pt modelId="{FCC80DAA-0B87-4193-95AE-E68FACAB42A6}" type="pres">
      <dgm:prSet presAssocID="{A8C07E76-ABD9-417C-8FA7-703EA33C081E}" presName="bgRect" presStyleLbl="bgShp" presStyleIdx="2" presStyleCnt="3"/>
      <dgm:spPr/>
    </dgm:pt>
    <dgm:pt modelId="{7EF4364C-CAD6-4952-9D57-0387E9CB6CC8}" type="pres">
      <dgm:prSet presAssocID="{A8C07E76-ABD9-417C-8FA7-703EA33C081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8D89FED6-E72D-4377-87D4-574C2BE7A245}" type="pres">
      <dgm:prSet presAssocID="{A8C07E76-ABD9-417C-8FA7-703EA33C081E}" presName="spaceRect" presStyleCnt="0"/>
      <dgm:spPr/>
    </dgm:pt>
    <dgm:pt modelId="{485AF944-1017-4FD8-954D-135AA9359816}" type="pres">
      <dgm:prSet presAssocID="{A8C07E76-ABD9-417C-8FA7-703EA33C08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A6F8304-A28C-4C20-B642-439BA7E0CDC8}" type="presOf" srcId="{29308964-43FC-4EDD-A4C8-2ACC49FE0F60}" destId="{A8E47D26-96D2-423D-81FF-97E64C15351B}" srcOrd="0" destOrd="0" presId="urn:microsoft.com/office/officeart/2018/2/layout/IconVerticalSolidList"/>
    <dgm:cxn modelId="{3A4EB322-FDAF-4EE9-B709-6903CCAB7927}" type="presOf" srcId="{A8C07E76-ABD9-417C-8FA7-703EA33C081E}" destId="{485AF944-1017-4FD8-954D-135AA9359816}" srcOrd="0" destOrd="0" presId="urn:microsoft.com/office/officeart/2018/2/layout/IconVerticalSolidList"/>
    <dgm:cxn modelId="{DF7BC767-9355-4E72-80A9-FACD4DAB2B32}" type="presOf" srcId="{5CDECA9B-4071-4AE9-9CF7-C3DFC0966EC3}" destId="{FC478D57-9EB6-4C7D-8509-BDB88E69AC4D}" srcOrd="0" destOrd="0" presId="urn:microsoft.com/office/officeart/2018/2/layout/IconVerticalSolidList"/>
    <dgm:cxn modelId="{DBF27951-92BF-45BA-AB35-81EE393BD3E9}" srcId="{29308964-43FC-4EDD-A4C8-2ACC49FE0F60}" destId="{A8C07E76-ABD9-417C-8FA7-703EA33C081E}" srcOrd="2" destOrd="0" parTransId="{D0B74758-4033-449E-AB63-3FF9788CFE09}" sibTransId="{766B5688-4461-49D9-AA9B-40C68C316005}"/>
    <dgm:cxn modelId="{9056AF99-3278-4AF6-8E92-2EB18F846F1D}" type="presOf" srcId="{D467BBD8-04FE-420B-87F5-9152480AEAD4}" destId="{21870601-68CB-480A-B12F-0A9E9B6A88CF}" srcOrd="0" destOrd="0" presId="urn:microsoft.com/office/officeart/2018/2/layout/IconVerticalSolidList"/>
    <dgm:cxn modelId="{FED75AED-D12A-46AC-9206-2A16B7D908B8}" srcId="{29308964-43FC-4EDD-A4C8-2ACC49FE0F60}" destId="{5CDECA9B-4071-4AE9-9CF7-C3DFC0966EC3}" srcOrd="1" destOrd="0" parTransId="{B74A05F5-6755-447B-9A9E-F7C940212FD8}" sibTransId="{D68CE7E9-7DC1-4DE4-9EFA-1A026288EF45}"/>
    <dgm:cxn modelId="{8C9F19FB-0EC4-479A-A8AA-C799BF76667D}" srcId="{29308964-43FC-4EDD-A4C8-2ACC49FE0F60}" destId="{D467BBD8-04FE-420B-87F5-9152480AEAD4}" srcOrd="0" destOrd="0" parTransId="{8A144E81-8075-49DC-A400-DFB0F6306509}" sibTransId="{86FE2188-C4AE-4C01-9C78-2411AC83A396}"/>
    <dgm:cxn modelId="{CB17B5FC-094C-4C3E-BF10-335707DFC948}" type="presParOf" srcId="{A8E47D26-96D2-423D-81FF-97E64C15351B}" destId="{38B6047A-8D35-4DAC-BC65-FAA69266F866}" srcOrd="0" destOrd="0" presId="urn:microsoft.com/office/officeart/2018/2/layout/IconVerticalSolidList"/>
    <dgm:cxn modelId="{9C9FAD82-9AB9-478B-AFEF-A2F32EBA3996}" type="presParOf" srcId="{38B6047A-8D35-4DAC-BC65-FAA69266F866}" destId="{D30D108C-FC76-4371-AD87-D06B0EEB15BF}" srcOrd="0" destOrd="0" presId="urn:microsoft.com/office/officeart/2018/2/layout/IconVerticalSolidList"/>
    <dgm:cxn modelId="{95AF46E7-E868-4514-8507-61A1682110FE}" type="presParOf" srcId="{38B6047A-8D35-4DAC-BC65-FAA69266F866}" destId="{A4A71843-FDFE-4C57-96D0-10170451F095}" srcOrd="1" destOrd="0" presId="urn:microsoft.com/office/officeart/2018/2/layout/IconVerticalSolidList"/>
    <dgm:cxn modelId="{DDC8DEF9-EDD4-419D-81EB-70F177E19F8B}" type="presParOf" srcId="{38B6047A-8D35-4DAC-BC65-FAA69266F866}" destId="{4AB287E3-F848-4BCB-8C8B-19921445ECA4}" srcOrd="2" destOrd="0" presId="urn:microsoft.com/office/officeart/2018/2/layout/IconVerticalSolidList"/>
    <dgm:cxn modelId="{1C1FBE87-6FED-4698-BF2A-632325F53FED}" type="presParOf" srcId="{38B6047A-8D35-4DAC-BC65-FAA69266F866}" destId="{21870601-68CB-480A-B12F-0A9E9B6A88CF}" srcOrd="3" destOrd="0" presId="urn:microsoft.com/office/officeart/2018/2/layout/IconVerticalSolidList"/>
    <dgm:cxn modelId="{3FBD5ED6-9C51-44FA-92E9-742629581434}" type="presParOf" srcId="{A8E47D26-96D2-423D-81FF-97E64C15351B}" destId="{37581EE5-8C3C-4E11-9088-AD8DBC81F5E9}" srcOrd="1" destOrd="0" presId="urn:microsoft.com/office/officeart/2018/2/layout/IconVerticalSolidList"/>
    <dgm:cxn modelId="{760A9979-757C-4606-B141-D11D3E365C55}" type="presParOf" srcId="{A8E47D26-96D2-423D-81FF-97E64C15351B}" destId="{0B8B23FB-414A-4CC2-AFD4-41DBD8C45345}" srcOrd="2" destOrd="0" presId="urn:microsoft.com/office/officeart/2018/2/layout/IconVerticalSolidList"/>
    <dgm:cxn modelId="{A7EBAC23-72C3-4760-8B31-FCCA655F74DA}" type="presParOf" srcId="{0B8B23FB-414A-4CC2-AFD4-41DBD8C45345}" destId="{BAB64799-9530-48ED-8C64-C7AD0AD815B7}" srcOrd="0" destOrd="0" presId="urn:microsoft.com/office/officeart/2018/2/layout/IconVerticalSolidList"/>
    <dgm:cxn modelId="{E8AB0421-F98D-4BEA-AF56-71503079CF9E}" type="presParOf" srcId="{0B8B23FB-414A-4CC2-AFD4-41DBD8C45345}" destId="{8797EAB1-B038-4103-B024-094A9A372B6A}" srcOrd="1" destOrd="0" presId="urn:microsoft.com/office/officeart/2018/2/layout/IconVerticalSolidList"/>
    <dgm:cxn modelId="{95336348-2C2C-4D78-9D97-9E37DD05463A}" type="presParOf" srcId="{0B8B23FB-414A-4CC2-AFD4-41DBD8C45345}" destId="{3E9F17BC-DA53-4485-8DFB-C1C1CC5633DC}" srcOrd="2" destOrd="0" presId="urn:microsoft.com/office/officeart/2018/2/layout/IconVerticalSolidList"/>
    <dgm:cxn modelId="{A6CB43D0-12B0-4110-9ACE-0B345455382A}" type="presParOf" srcId="{0B8B23FB-414A-4CC2-AFD4-41DBD8C45345}" destId="{FC478D57-9EB6-4C7D-8509-BDB88E69AC4D}" srcOrd="3" destOrd="0" presId="urn:microsoft.com/office/officeart/2018/2/layout/IconVerticalSolidList"/>
    <dgm:cxn modelId="{582C512F-2BA0-4A88-A150-9E5FEE06B313}" type="presParOf" srcId="{A8E47D26-96D2-423D-81FF-97E64C15351B}" destId="{B72BA283-D39A-4C8D-8CB1-70DB5D95FBAC}" srcOrd="3" destOrd="0" presId="urn:microsoft.com/office/officeart/2018/2/layout/IconVerticalSolidList"/>
    <dgm:cxn modelId="{A0E8E3B6-96A4-4E38-8A46-C4BC7DAC7218}" type="presParOf" srcId="{A8E47D26-96D2-423D-81FF-97E64C15351B}" destId="{48DD712C-74AD-4353-8744-D4DAC323E2F6}" srcOrd="4" destOrd="0" presId="urn:microsoft.com/office/officeart/2018/2/layout/IconVerticalSolidList"/>
    <dgm:cxn modelId="{3AF16DE7-4C62-492F-A89A-86C9188F75F7}" type="presParOf" srcId="{48DD712C-74AD-4353-8744-D4DAC323E2F6}" destId="{FCC80DAA-0B87-4193-95AE-E68FACAB42A6}" srcOrd="0" destOrd="0" presId="urn:microsoft.com/office/officeart/2018/2/layout/IconVerticalSolidList"/>
    <dgm:cxn modelId="{5A95B79F-B88E-4C54-AC03-C73E695B6C67}" type="presParOf" srcId="{48DD712C-74AD-4353-8744-D4DAC323E2F6}" destId="{7EF4364C-CAD6-4952-9D57-0387E9CB6CC8}" srcOrd="1" destOrd="0" presId="urn:microsoft.com/office/officeart/2018/2/layout/IconVerticalSolidList"/>
    <dgm:cxn modelId="{C07A568B-BFC3-4852-B7B5-D7380A1A23E4}" type="presParOf" srcId="{48DD712C-74AD-4353-8744-D4DAC323E2F6}" destId="{8D89FED6-E72D-4377-87D4-574C2BE7A245}" srcOrd="2" destOrd="0" presId="urn:microsoft.com/office/officeart/2018/2/layout/IconVerticalSolidList"/>
    <dgm:cxn modelId="{28351953-A3B9-4394-B2D9-A91BBD361FCB}" type="presParOf" srcId="{48DD712C-74AD-4353-8744-D4DAC323E2F6}" destId="{485AF944-1017-4FD8-954D-135AA93598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919BF0-18C5-41FB-847E-E7DCD556EC34}" type="doc">
      <dgm:prSet loTypeId="urn:microsoft.com/office/officeart/2018/5/layout/IconCircleLabelList" loCatId="icon" qsTypeId="urn:microsoft.com/office/officeart/2005/8/quickstyle/simple1#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48FB710-DCBE-4B74-9FC2-ABBC7E3F2A0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introduction to the MPU6050 sensor</a:t>
          </a:r>
          <a:endParaRPr lang="en-US" dirty="0"/>
        </a:p>
      </dgm:t>
    </dgm:pt>
    <dgm:pt modelId="{09F65C81-E6F7-486A-AD45-D50F632D13A4}" type="parTrans" cxnId="{E8506AAB-E8E4-4B0E-8403-E9217114AC51}">
      <dgm:prSet/>
      <dgm:spPr/>
      <dgm:t>
        <a:bodyPr/>
        <a:lstStyle/>
        <a:p>
          <a:endParaRPr lang="en-US"/>
        </a:p>
      </dgm:t>
    </dgm:pt>
    <dgm:pt modelId="{E084EB35-156B-41F4-8925-D77CC014EE47}" type="sibTrans" cxnId="{E8506AAB-E8E4-4B0E-8403-E9217114AC51}">
      <dgm:prSet/>
      <dgm:spPr/>
      <dgm:t>
        <a:bodyPr/>
        <a:lstStyle/>
        <a:p>
          <a:endParaRPr lang="en-US"/>
        </a:p>
      </dgm:t>
    </dgm:pt>
    <dgm:pt modelId="{BA2BEB33-2007-42A4-B7BB-9ECD8411701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Features and capabilities</a:t>
          </a:r>
          <a:endParaRPr lang="en-US"/>
        </a:p>
      </dgm:t>
    </dgm:pt>
    <dgm:pt modelId="{B4963E7B-E17D-406D-9949-ED1631F297DB}" type="parTrans" cxnId="{F1C5B9A5-48BA-491C-B679-DD0A1EB47B76}">
      <dgm:prSet/>
      <dgm:spPr/>
      <dgm:t>
        <a:bodyPr/>
        <a:lstStyle/>
        <a:p>
          <a:endParaRPr lang="en-US"/>
        </a:p>
      </dgm:t>
    </dgm:pt>
    <dgm:pt modelId="{9EF8D101-C875-4884-AFAF-F28802FB4D7E}" type="sibTrans" cxnId="{F1C5B9A5-48BA-491C-B679-DD0A1EB47B76}">
      <dgm:prSet/>
      <dgm:spPr/>
      <dgm:t>
        <a:bodyPr/>
        <a:lstStyle/>
        <a:p>
          <a:endParaRPr lang="en-US"/>
        </a:p>
      </dgm:t>
    </dgm:pt>
    <dgm:pt modelId="{BD279890-084D-40E8-BAC9-C6F5E177C3F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The working principle of the sensor</a:t>
          </a:r>
          <a:endParaRPr lang="en-US" dirty="0"/>
        </a:p>
      </dgm:t>
    </dgm:pt>
    <dgm:pt modelId="{844571B4-C72D-44C6-BB6E-7B59266C45CC}" type="parTrans" cxnId="{E73408E7-2717-44F9-AAD1-D23996820C80}">
      <dgm:prSet/>
      <dgm:spPr/>
      <dgm:t>
        <a:bodyPr/>
        <a:lstStyle/>
        <a:p>
          <a:endParaRPr lang="en-US"/>
        </a:p>
      </dgm:t>
    </dgm:pt>
    <dgm:pt modelId="{1A515BC9-D96C-4F5C-89EC-0BFBB6021D85}" type="sibTrans" cxnId="{E73408E7-2717-44F9-AAD1-D23996820C80}">
      <dgm:prSet/>
      <dgm:spPr/>
      <dgm:t>
        <a:bodyPr/>
        <a:lstStyle/>
        <a:p>
          <a:endParaRPr lang="en-US"/>
        </a:p>
      </dgm:t>
    </dgm:pt>
    <dgm:pt modelId="{F0444E9A-F0EC-4EAB-9567-76C273750780}" type="pres">
      <dgm:prSet presAssocID="{82919BF0-18C5-41FB-847E-E7DCD556EC34}" presName="root" presStyleCnt="0">
        <dgm:presLayoutVars>
          <dgm:dir/>
          <dgm:resizeHandles val="exact"/>
        </dgm:presLayoutVars>
      </dgm:prSet>
      <dgm:spPr/>
    </dgm:pt>
    <dgm:pt modelId="{B8F73838-32BA-44E6-BF9F-C6C4C9543318}" type="pres">
      <dgm:prSet presAssocID="{D48FB710-DCBE-4B74-9FC2-ABBC7E3F2A04}" presName="compNode" presStyleCnt="0"/>
      <dgm:spPr/>
    </dgm:pt>
    <dgm:pt modelId="{D479E21E-1D26-4FAE-85E8-F62E2C4EDF5B}" type="pres">
      <dgm:prSet presAssocID="{D48FB710-DCBE-4B74-9FC2-ABBC7E3F2A04}" presName="iconBgRect" presStyleLbl="bgShp" presStyleIdx="0" presStyleCnt="3"/>
      <dgm:spPr/>
    </dgm:pt>
    <dgm:pt modelId="{4A92DBCF-2372-4C6F-822E-5194E05D4487}" type="pres">
      <dgm:prSet presAssocID="{D48FB710-DCBE-4B74-9FC2-ABBC7E3F2A0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C122134E-751C-46D8-BE1F-DA9616598627}" type="pres">
      <dgm:prSet presAssocID="{D48FB710-DCBE-4B74-9FC2-ABBC7E3F2A04}" presName="spaceRect" presStyleCnt="0"/>
      <dgm:spPr/>
    </dgm:pt>
    <dgm:pt modelId="{53C09373-C4C2-4C31-868C-2DECB8D75D2B}" type="pres">
      <dgm:prSet presAssocID="{D48FB710-DCBE-4B74-9FC2-ABBC7E3F2A04}" presName="textRect" presStyleLbl="revTx" presStyleIdx="0" presStyleCnt="3">
        <dgm:presLayoutVars>
          <dgm:chMax val="1"/>
          <dgm:chPref val="1"/>
        </dgm:presLayoutVars>
      </dgm:prSet>
      <dgm:spPr/>
    </dgm:pt>
    <dgm:pt modelId="{AC683F9F-A37B-41C2-89D1-6A374FB509E9}" type="pres">
      <dgm:prSet presAssocID="{E084EB35-156B-41F4-8925-D77CC014EE47}" presName="sibTrans" presStyleCnt="0"/>
      <dgm:spPr/>
    </dgm:pt>
    <dgm:pt modelId="{0EC5BB8D-8718-46D7-B95F-E347DE0F7DA2}" type="pres">
      <dgm:prSet presAssocID="{BA2BEB33-2007-42A4-B7BB-9ECD8411701E}" presName="compNode" presStyleCnt="0"/>
      <dgm:spPr/>
    </dgm:pt>
    <dgm:pt modelId="{1EC7C56E-390F-4E13-A091-354F95B99975}" type="pres">
      <dgm:prSet presAssocID="{BA2BEB33-2007-42A4-B7BB-9ECD8411701E}" presName="iconBgRect" presStyleLbl="bgShp" presStyleIdx="1" presStyleCnt="3"/>
      <dgm:spPr/>
    </dgm:pt>
    <dgm:pt modelId="{CE44C35E-4C93-45CB-BE06-40DD2CB4B0A7}" type="pres">
      <dgm:prSet presAssocID="{BA2BEB33-2007-42A4-B7BB-9ECD8411701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99D4528-4308-4383-9337-6C7B273210D6}" type="pres">
      <dgm:prSet presAssocID="{BA2BEB33-2007-42A4-B7BB-9ECD8411701E}" presName="spaceRect" presStyleCnt="0"/>
      <dgm:spPr/>
    </dgm:pt>
    <dgm:pt modelId="{48967F1C-0709-4BA4-82EB-5C9FABA6AE29}" type="pres">
      <dgm:prSet presAssocID="{BA2BEB33-2007-42A4-B7BB-9ECD8411701E}" presName="textRect" presStyleLbl="revTx" presStyleIdx="1" presStyleCnt="3">
        <dgm:presLayoutVars>
          <dgm:chMax val="1"/>
          <dgm:chPref val="1"/>
        </dgm:presLayoutVars>
      </dgm:prSet>
      <dgm:spPr/>
    </dgm:pt>
    <dgm:pt modelId="{92DCB32C-95DC-4A43-9CD1-293179970B62}" type="pres">
      <dgm:prSet presAssocID="{9EF8D101-C875-4884-AFAF-F28802FB4D7E}" presName="sibTrans" presStyleCnt="0"/>
      <dgm:spPr/>
    </dgm:pt>
    <dgm:pt modelId="{7AB63F55-9223-4EC0-84E4-865957927F04}" type="pres">
      <dgm:prSet presAssocID="{BD279890-084D-40E8-BAC9-C6F5E177C3F5}" presName="compNode" presStyleCnt="0"/>
      <dgm:spPr/>
    </dgm:pt>
    <dgm:pt modelId="{518081BC-111B-47D5-970C-58DE7D51D016}" type="pres">
      <dgm:prSet presAssocID="{BD279890-084D-40E8-BAC9-C6F5E177C3F5}" presName="iconBgRect" presStyleLbl="bgShp" presStyleIdx="2" presStyleCnt="3"/>
      <dgm:spPr/>
    </dgm:pt>
    <dgm:pt modelId="{0E68E2BB-3360-46E8-A409-602CB63AA9DD}" type="pres">
      <dgm:prSet presAssocID="{BD279890-084D-40E8-BAC9-C6F5E177C3F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983517EF-8E1B-4C45-84BC-C35992772F70}" type="pres">
      <dgm:prSet presAssocID="{BD279890-084D-40E8-BAC9-C6F5E177C3F5}" presName="spaceRect" presStyleCnt="0"/>
      <dgm:spPr/>
    </dgm:pt>
    <dgm:pt modelId="{A5832372-9FD1-42D4-8572-340F928A4C04}" type="pres">
      <dgm:prSet presAssocID="{BD279890-084D-40E8-BAC9-C6F5E177C3F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800EB76-E49E-41B5-9C64-2FC615A802D6}" type="presOf" srcId="{BA2BEB33-2007-42A4-B7BB-9ECD8411701E}" destId="{48967F1C-0709-4BA4-82EB-5C9FABA6AE29}" srcOrd="0" destOrd="0" presId="urn:microsoft.com/office/officeart/2018/5/layout/IconCircleLabelList"/>
    <dgm:cxn modelId="{F1C5B9A5-48BA-491C-B679-DD0A1EB47B76}" srcId="{82919BF0-18C5-41FB-847E-E7DCD556EC34}" destId="{BA2BEB33-2007-42A4-B7BB-9ECD8411701E}" srcOrd="1" destOrd="0" parTransId="{B4963E7B-E17D-406D-9949-ED1631F297DB}" sibTransId="{9EF8D101-C875-4884-AFAF-F28802FB4D7E}"/>
    <dgm:cxn modelId="{E8506AAB-E8E4-4B0E-8403-E9217114AC51}" srcId="{82919BF0-18C5-41FB-847E-E7DCD556EC34}" destId="{D48FB710-DCBE-4B74-9FC2-ABBC7E3F2A04}" srcOrd="0" destOrd="0" parTransId="{09F65C81-E6F7-486A-AD45-D50F632D13A4}" sibTransId="{E084EB35-156B-41F4-8925-D77CC014EE47}"/>
    <dgm:cxn modelId="{E9CD07B3-5450-4709-8AD8-628B767712BB}" type="presOf" srcId="{D48FB710-DCBE-4B74-9FC2-ABBC7E3F2A04}" destId="{53C09373-C4C2-4C31-868C-2DECB8D75D2B}" srcOrd="0" destOrd="0" presId="urn:microsoft.com/office/officeart/2018/5/layout/IconCircleLabelList"/>
    <dgm:cxn modelId="{E73408E7-2717-44F9-AAD1-D23996820C80}" srcId="{82919BF0-18C5-41FB-847E-E7DCD556EC34}" destId="{BD279890-084D-40E8-BAC9-C6F5E177C3F5}" srcOrd="2" destOrd="0" parTransId="{844571B4-C72D-44C6-BB6E-7B59266C45CC}" sibTransId="{1A515BC9-D96C-4F5C-89EC-0BFBB6021D85}"/>
    <dgm:cxn modelId="{3B378AE9-6D15-4391-90A0-202972972176}" type="presOf" srcId="{82919BF0-18C5-41FB-847E-E7DCD556EC34}" destId="{F0444E9A-F0EC-4EAB-9567-76C273750780}" srcOrd="0" destOrd="0" presId="urn:microsoft.com/office/officeart/2018/5/layout/IconCircleLabelList"/>
    <dgm:cxn modelId="{A9DBE1EA-7D54-4F62-B3F7-23324772623E}" type="presOf" srcId="{BD279890-084D-40E8-BAC9-C6F5E177C3F5}" destId="{A5832372-9FD1-42D4-8572-340F928A4C04}" srcOrd="0" destOrd="0" presId="urn:microsoft.com/office/officeart/2018/5/layout/IconCircleLabelList"/>
    <dgm:cxn modelId="{49A905C7-3270-45D5-80C6-E07216FEEAD0}" type="presParOf" srcId="{F0444E9A-F0EC-4EAB-9567-76C273750780}" destId="{B8F73838-32BA-44E6-BF9F-C6C4C9543318}" srcOrd="0" destOrd="0" presId="urn:microsoft.com/office/officeart/2018/5/layout/IconCircleLabelList"/>
    <dgm:cxn modelId="{D8AD1345-0BEC-4804-AC18-08ECF9C5C197}" type="presParOf" srcId="{B8F73838-32BA-44E6-BF9F-C6C4C9543318}" destId="{D479E21E-1D26-4FAE-85E8-F62E2C4EDF5B}" srcOrd="0" destOrd="0" presId="urn:microsoft.com/office/officeart/2018/5/layout/IconCircleLabelList"/>
    <dgm:cxn modelId="{5BD46E00-2F1A-467B-B9B4-27A8D383B660}" type="presParOf" srcId="{B8F73838-32BA-44E6-BF9F-C6C4C9543318}" destId="{4A92DBCF-2372-4C6F-822E-5194E05D4487}" srcOrd="1" destOrd="0" presId="urn:microsoft.com/office/officeart/2018/5/layout/IconCircleLabelList"/>
    <dgm:cxn modelId="{7E379D38-7674-4E68-85AC-7396B71412D3}" type="presParOf" srcId="{B8F73838-32BA-44E6-BF9F-C6C4C9543318}" destId="{C122134E-751C-46D8-BE1F-DA9616598627}" srcOrd="2" destOrd="0" presId="urn:microsoft.com/office/officeart/2018/5/layout/IconCircleLabelList"/>
    <dgm:cxn modelId="{A8135F21-3575-41AE-8043-D3E6DE1935F1}" type="presParOf" srcId="{B8F73838-32BA-44E6-BF9F-C6C4C9543318}" destId="{53C09373-C4C2-4C31-868C-2DECB8D75D2B}" srcOrd="3" destOrd="0" presId="urn:microsoft.com/office/officeart/2018/5/layout/IconCircleLabelList"/>
    <dgm:cxn modelId="{3A9B8019-9044-40A1-922B-D12584B44E06}" type="presParOf" srcId="{F0444E9A-F0EC-4EAB-9567-76C273750780}" destId="{AC683F9F-A37B-41C2-89D1-6A374FB509E9}" srcOrd="1" destOrd="0" presId="urn:microsoft.com/office/officeart/2018/5/layout/IconCircleLabelList"/>
    <dgm:cxn modelId="{852E19CE-B747-4925-8940-4BF9D05E8EC4}" type="presParOf" srcId="{F0444E9A-F0EC-4EAB-9567-76C273750780}" destId="{0EC5BB8D-8718-46D7-B95F-E347DE0F7DA2}" srcOrd="2" destOrd="0" presId="urn:microsoft.com/office/officeart/2018/5/layout/IconCircleLabelList"/>
    <dgm:cxn modelId="{11F2013E-AC73-4D98-94EC-38B5D0622751}" type="presParOf" srcId="{0EC5BB8D-8718-46D7-B95F-E347DE0F7DA2}" destId="{1EC7C56E-390F-4E13-A091-354F95B99975}" srcOrd="0" destOrd="0" presId="urn:microsoft.com/office/officeart/2018/5/layout/IconCircleLabelList"/>
    <dgm:cxn modelId="{E34A834F-B482-4394-B989-E8E6CB14CF79}" type="presParOf" srcId="{0EC5BB8D-8718-46D7-B95F-E347DE0F7DA2}" destId="{CE44C35E-4C93-45CB-BE06-40DD2CB4B0A7}" srcOrd="1" destOrd="0" presId="urn:microsoft.com/office/officeart/2018/5/layout/IconCircleLabelList"/>
    <dgm:cxn modelId="{C2AFA5B1-92E0-4600-B720-3599C8B16C29}" type="presParOf" srcId="{0EC5BB8D-8718-46D7-B95F-E347DE0F7DA2}" destId="{A99D4528-4308-4383-9337-6C7B273210D6}" srcOrd="2" destOrd="0" presId="urn:microsoft.com/office/officeart/2018/5/layout/IconCircleLabelList"/>
    <dgm:cxn modelId="{5A4E72E8-1B2B-4BA1-AF85-841429BF6F22}" type="presParOf" srcId="{0EC5BB8D-8718-46D7-B95F-E347DE0F7DA2}" destId="{48967F1C-0709-4BA4-82EB-5C9FABA6AE29}" srcOrd="3" destOrd="0" presId="urn:microsoft.com/office/officeart/2018/5/layout/IconCircleLabelList"/>
    <dgm:cxn modelId="{7B8AA8A0-516C-450C-B0FE-0D8885DB7EA5}" type="presParOf" srcId="{F0444E9A-F0EC-4EAB-9567-76C273750780}" destId="{92DCB32C-95DC-4A43-9CD1-293179970B62}" srcOrd="3" destOrd="0" presId="urn:microsoft.com/office/officeart/2018/5/layout/IconCircleLabelList"/>
    <dgm:cxn modelId="{02409814-48EC-4372-AE0C-2D851A15814C}" type="presParOf" srcId="{F0444E9A-F0EC-4EAB-9567-76C273750780}" destId="{7AB63F55-9223-4EC0-84E4-865957927F04}" srcOrd="4" destOrd="0" presId="urn:microsoft.com/office/officeart/2018/5/layout/IconCircleLabelList"/>
    <dgm:cxn modelId="{2777954F-7656-4055-BE2D-71C700525512}" type="presParOf" srcId="{7AB63F55-9223-4EC0-84E4-865957927F04}" destId="{518081BC-111B-47D5-970C-58DE7D51D016}" srcOrd="0" destOrd="0" presId="urn:microsoft.com/office/officeart/2018/5/layout/IconCircleLabelList"/>
    <dgm:cxn modelId="{3E8C44F3-BE1A-40F6-9F1F-E92284430CB6}" type="presParOf" srcId="{7AB63F55-9223-4EC0-84E4-865957927F04}" destId="{0E68E2BB-3360-46E8-A409-602CB63AA9DD}" srcOrd="1" destOrd="0" presId="urn:microsoft.com/office/officeart/2018/5/layout/IconCircleLabelList"/>
    <dgm:cxn modelId="{EAD6825B-1069-4C4C-A61E-D74F369810D2}" type="presParOf" srcId="{7AB63F55-9223-4EC0-84E4-865957927F04}" destId="{983517EF-8E1B-4C45-84BC-C35992772F70}" srcOrd="2" destOrd="0" presId="urn:microsoft.com/office/officeart/2018/5/layout/IconCircleLabelList"/>
    <dgm:cxn modelId="{52668007-5B72-4FB2-A63C-EAFD2C8C1DAA}" type="presParOf" srcId="{7AB63F55-9223-4EC0-84E4-865957927F04}" destId="{A5832372-9FD1-42D4-8572-340F928A4C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C826B9-8D00-4DF8-A15F-53ACA59FD49B}" type="doc">
      <dgm:prSet loTypeId="urn:microsoft.com/office/officeart/2018/2/layout/IconVerticalSolidList" loCatId="icon" qsTypeId="urn:microsoft.com/office/officeart/2005/8/quickstyle/simple1#5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01533A1-D52F-4072-AE2E-172FDA5E0031}">
      <dgm:prSet/>
      <dgm:spPr/>
      <dgm:t>
        <a:bodyPr/>
        <a:lstStyle/>
        <a:p>
          <a:r>
            <a:rPr lang="en-US" b="0" i="0" dirty="0"/>
            <a:t>The overall design of the earthquake detection system</a:t>
          </a:r>
          <a:endParaRPr lang="en-US" dirty="0"/>
        </a:p>
      </dgm:t>
    </dgm:pt>
    <dgm:pt modelId="{5C954145-9E59-41CC-A863-AFC420009AB1}" type="parTrans" cxnId="{BFA18991-D12A-476A-A9F6-58667E92AA63}">
      <dgm:prSet/>
      <dgm:spPr/>
      <dgm:t>
        <a:bodyPr/>
        <a:lstStyle/>
        <a:p>
          <a:endParaRPr lang="en-US"/>
        </a:p>
      </dgm:t>
    </dgm:pt>
    <dgm:pt modelId="{F7843019-5346-4C23-8E17-AAEEEBA174AC}" type="sibTrans" cxnId="{BFA18991-D12A-476A-A9F6-58667E92AA63}">
      <dgm:prSet/>
      <dgm:spPr/>
      <dgm:t>
        <a:bodyPr/>
        <a:lstStyle/>
        <a:p>
          <a:endParaRPr lang="en-US"/>
        </a:p>
      </dgm:t>
    </dgm:pt>
    <dgm:pt modelId="{F818F3ED-8DFC-4390-A097-F85461C4A9A4}">
      <dgm:prSet/>
      <dgm:spPr/>
      <dgm:t>
        <a:bodyPr/>
        <a:lstStyle/>
        <a:p>
          <a:r>
            <a:rPr lang="en-US" b="0" i="0" dirty="0"/>
            <a:t>The components involved, including the MPU6050 sensor, microcontroller, and other necessary peripherals</a:t>
          </a:r>
          <a:endParaRPr lang="en-US" dirty="0"/>
        </a:p>
      </dgm:t>
    </dgm:pt>
    <dgm:pt modelId="{FB71EE5B-98BE-4DD6-84E1-B1CF6726745A}" type="parTrans" cxnId="{69763155-0334-4945-87E9-0E7FB7438D68}">
      <dgm:prSet/>
      <dgm:spPr/>
      <dgm:t>
        <a:bodyPr/>
        <a:lstStyle/>
        <a:p>
          <a:endParaRPr lang="en-US"/>
        </a:p>
      </dgm:t>
    </dgm:pt>
    <dgm:pt modelId="{27EAB725-F147-4EBC-BCC4-6A93E5CF9A15}" type="sibTrans" cxnId="{69763155-0334-4945-87E9-0E7FB7438D68}">
      <dgm:prSet/>
      <dgm:spPr/>
      <dgm:t>
        <a:bodyPr/>
        <a:lstStyle/>
        <a:p>
          <a:endParaRPr lang="en-US"/>
        </a:p>
      </dgm:t>
    </dgm:pt>
    <dgm:pt modelId="{DBD5A01A-8033-4651-8AE6-5ABFE4AEB327}">
      <dgm:prSet/>
      <dgm:spPr/>
      <dgm:t>
        <a:bodyPr/>
        <a:lstStyle/>
        <a:p>
          <a:r>
            <a:rPr lang="en-US" b="0" i="0" dirty="0"/>
            <a:t>A block diagram or schematic representation of the system</a:t>
          </a:r>
          <a:endParaRPr lang="en-US" dirty="0"/>
        </a:p>
      </dgm:t>
    </dgm:pt>
    <dgm:pt modelId="{0B52D1AC-C66C-43ED-8306-4B94B4B22DF4}" type="parTrans" cxnId="{2F229CBD-EA66-465B-858D-0BC505385611}">
      <dgm:prSet/>
      <dgm:spPr/>
      <dgm:t>
        <a:bodyPr/>
        <a:lstStyle/>
        <a:p>
          <a:endParaRPr lang="en-US"/>
        </a:p>
      </dgm:t>
    </dgm:pt>
    <dgm:pt modelId="{4037602E-6A73-4F87-B417-8267C765596E}" type="sibTrans" cxnId="{2F229CBD-EA66-465B-858D-0BC505385611}">
      <dgm:prSet/>
      <dgm:spPr/>
      <dgm:t>
        <a:bodyPr/>
        <a:lstStyle/>
        <a:p>
          <a:endParaRPr lang="en-US"/>
        </a:p>
      </dgm:t>
    </dgm:pt>
    <dgm:pt modelId="{0C6061C2-759E-40DC-B2FE-A188C3B85C02}" type="pres">
      <dgm:prSet presAssocID="{74C826B9-8D00-4DF8-A15F-53ACA59FD49B}" presName="root" presStyleCnt="0">
        <dgm:presLayoutVars>
          <dgm:dir/>
          <dgm:resizeHandles val="exact"/>
        </dgm:presLayoutVars>
      </dgm:prSet>
      <dgm:spPr/>
    </dgm:pt>
    <dgm:pt modelId="{A21D1D22-C30A-4229-AA91-37BA0A0F40DE}" type="pres">
      <dgm:prSet presAssocID="{501533A1-D52F-4072-AE2E-172FDA5E0031}" presName="compNode" presStyleCnt="0"/>
      <dgm:spPr/>
    </dgm:pt>
    <dgm:pt modelId="{1D66E0AE-9689-4234-BD5E-96EDFAF1358C}" type="pres">
      <dgm:prSet presAssocID="{501533A1-D52F-4072-AE2E-172FDA5E0031}" presName="bgRect" presStyleLbl="bgShp" presStyleIdx="0" presStyleCnt="3"/>
      <dgm:spPr/>
    </dgm:pt>
    <dgm:pt modelId="{D1DD72E8-9952-4AB3-AA54-4BE2C0BEEA3C}" type="pres">
      <dgm:prSet presAssocID="{501533A1-D52F-4072-AE2E-172FDA5E003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B4840B35-CE38-430F-BA43-0326F68598D8}" type="pres">
      <dgm:prSet presAssocID="{501533A1-D52F-4072-AE2E-172FDA5E0031}" presName="spaceRect" presStyleCnt="0"/>
      <dgm:spPr/>
    </dgm:pt>
    <dgm:pt modelId="{E386E0C1-DF0F-4C40-BA31-D71C9C164070}" type="pres">
      <dgm:prSet presAssocID="{501533A1-D52F-4072-AE2E-172FDA5E0031}" presName="parTx" presStyleLbl="revTx" presStyleIdx="0" presStyleCnt="3">
        <dgm:presLayoutVars>
          <dgm:chMax val="0"/>
          <dgm:chPref val="0"/>
        </dgm:presLayoutVars>
      </dgm:prSet>
      <dgm:spPr/>
    </dgm:pt>
    <dgm:pt modelId="{B830B70C-B2D9-4C9D-A195-D052133D048B}" type="pres">
      <dgm:prSet presAssocID="{F7843019-5346-4C23-8E17-AAEEEBA174AC}" presName="sibTrans" presStyleCnt="0"/>
      <dgm:spPr/>
    </dgm:pt>
    <dgm:pt modelId="{B04C424E-4EF6-4540-8EF0-000769D7F8A2}" type="pres">
      <dgm:prSet presAssocID="{F818F3ED-8DFC-4390-A097-F85461C4A9A4}" presName="compNode" presStyleCnt="0"/>
      <dgm:spPr/>
    </dgm:pt>
    <dgm:pt modelId="{153E5AFD-E3DE-497A-859B-7F356BE3A210}" type="pres">
      <dgm:prSet presAssocID="{F818F3ED-8DFC-4390-A097-F85461C4A9A4}" presName="bgRect" presStyleLbl="bgShp" presStyleIdx="1" presStyleCnt="3"/>
      <dgm:spPr/>
    </dgm:pt>
    <dgm:pt modelId="{0C1BD13A-09B6-4FB0-878D-38370E776D1D}" type="pres">
      <dgm:prSet presAssocID="{F818F3ED-8DFC-4390-A097-F85461C4A9A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007CD9B-99BF-48B1-A4B5-BBFF8D8B1D69}" type="pres">
      <dgm:prSet presAssocID="{F818F3ED-8DFC-4390-A097-F85461C4A9A4}" presName="spaceRect" presStyleCnt="0"/>
      <dgm:spPr/>
    </dgm:pt>
    <dgm:pt modelId="{F57E7787-CAD1-42DE-A9B2-D003EA6FDD67}" type="pres">
      <dgm:prSet presAssocID="{F818F3ED-8DFC-4390-A097-F85461C4A9A4}" presName="parTx" presStyleLbl="revTx" presStyleIdx="1" presStyleCnt="3">
        <dgm:presLayoutVars>
          <dgm:chMax val="0"/>
          <dgm:chPref val="0"/>
        </dgm:presLayoutVars>
      </dgm:prSet>
      <dgm:spPr/>
    </dgm:pt>
    <dgm:pt modelId="{A24FF032-70E3-4959-BA03-FF1227220540}" type="pres">
      <dgm:prSet presAssocID="{27EAB725-F147-4EBC-BCC4-6A93E5CF9A15}" presName="sibTrans" presStyleCnt="0"/>
      <dgm:spPr/>
    </dgm:pt>
    <dgm:pt modelId="{59067240-BAA7-4AC4-B532-D6A228F9873C}" type="pres">
      <dgm:prSet presAssocID="{DBD5A01A-8033-4651-8AE6-5ABFE4AEB327}" presName="compNode" presStyleCnt="0"/>
      <dgm:spPr/>
    </dgm:pt>
    <dgm:pt modelId="{9396E3CF-C4B6-44FB-9881-B951AB8255AC}" type="pres">
      <dgm:prSet presAssocID="{DBD5A01A-8033-4651-8AE6-5ABFE4AEB327}" presName="bgRect" presStyleLbl="bgShp" presStyleIdx="2" presStyleCnt="3"/>
      <dgm:spPr/>
    </dgm:pt>
    <dgm:pt modelId="{656AE048-F737-4385-8676-8E972121C5CE}" type="pres">
      <dgm:prSet presAssocID="{DBD5A01A-8033-4651-8AE6-5ABFE4AEB32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7BE8143-4A64-4891-A3BD-814AE03DC0D9}" type="pres">
      <dgm:prSet presAssocID="{DBD5A01A-8033-4651-8AE6-5ABFE4AEB327}" presName="spaceRect" presStyleCnt="0"/>
      <dgm:spPr/>
    </dgm:pt>
    <dgm:pt modelId="{D624AD8B-EF07-411F-8F70-6E23D5E096FF}" type="pres">
      <dgm:prSet presAssocID="{DBD5A01A-8033-4651-8AE6-5ABFE4AEB3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CAD0904-F8A6-4D25-892B-7513EFE1EAA3}" type="presOf" srcId="{DBD5A01A-8033-4651-8AE6-5ABFE4AEB327}" destId="{D624AD8B-EF07-411F-8F70-6E23D5E096FF}" srcOrd="0" destOrd="0" presId="urn:microsoft.com/office/officeart/2018/2/layout/IconVerticalSolidList"/>
    <dgm:cxn modelId="{720C313A-94F6-4E45-83A3-04EB9A38C4DD}" type="presOf" srcId="{74C826B9-8D00-4DF8-A15F-53ACA59FD49B}" destId="{0C6061C2-759E-40DC-B2FE-A188C3B85C02}" srcOrd="0" destOrd="0" presId="urn:microsoft.com/office/officeart/2018/2/layout/IconVerticalSolidList"/>
    <dgm:cxn modelId="{EC65CD70-72B4-4C2E-B5B7-61003D706DAA}" type="presOf" srcId="{F818F3ED-8DFC-4390-A097-F85461C4A9A4}" destId="{F57E7787-CAD1-42DE-A9B2-D003EA6FDD67}" srcOrd="0" destOrd="0" presId="urn:microsoft.com/office/officeart/2018/2/layout/IconVerticalSolidList"/>
    <dgm:cxn modelId="{69763155-0334-4945-87E9-0E7FB7438D68}" srcId="{74C826B9-8D00-4DF8-A15F-53ACA59FD49B}" destId="{F818F3ED-8DFC-4390-A097-F85461C4A9A4}" srcOrd="1" destOrd="0" parTransId="{FB71EE5B-98BE-4DD6-84E1-B1CF6726745A}" sibTransId="{27EAB725-F147-4EBC-BCC4-6A93E5CF9A15}"/>
    <dgm:cxn modelId="{BFA18991-D12A-476A-A9F6-58667E92AA63}" srcId="{74C826B9-8D00-4DF8-A15F-53ACA59FD49B}" destId="{501533A1-D52F-4072-AE2E-172FDA5E0031}" srcOrd="0" destOrd="0" parTransId="{5C954145-9E59-41CC-A863-AFC420009AB1}" sibTransId="{F7843019-5346-4C23-8E17-AAEEEBA174AC}"/>
    <dgm:cxn modelId="{9531EC99-4CCA-47BD-B638-A9055300BD8A}" type="presOf" srcId="{501533A1-D52F-4072-AE2E-172FDA5E0031}" destId="{E386E0C1-DF0F-4C40-BA31-D71C9C164070}" srcOrd="0" destOrd="0" presId="urn:microsoft.com/office/officeart/2018/2/layout/IconVerticalSolidList"/>
    <dgm:cxn modelId="{2F229CBD-EA66-465B-858D-0BC505385611}" srcId="{74C826B9-8D00-4DF8-A15F-53ACA59FD49B}" destId="{DBD5A01A-8033-4651-8AE6-5ABFE4AEB327}" srcOrd="2" destOrd="0" parTransId="{0B52D1AC-C66C-43ED-8306-4B94B4B22DF4}" sibTransId="{4037602E-6A73-4F87-B417-8267C765596E}"/>
    <dgm:cxn modelId="{85064B8C-7BA9-4DDD-9381-9FD9DF443E44}" type="presParOf" srcId="{0C6061C2-759E-40DC-B2FE-A188C3B85C02}" destId="{A21D1D22-C30A-4229-AA91-37BA0A0F40DE}" srcOrd="0" destOrd="0" presId="urn:microsoft.com/office/officeart/2018/2/layout/IconVerticalSolidList"/>
    <dgm:cxn modelId="{8661BA5E-6A6A-409B-A61B-6F0745F056EC}" type="presParOf" srcId="{A21D1D22-C30A-4229-AA91-37BA0A0F40DE}" destId="{1D66E0AE-9689-4234-BD5E-96EDFAF1358C}" srcOrd="0" destOrd="0" presId="urn:microsoft.com/office/officeart/2018/2/layout/IconVerticalSolidList"/>
    <dgm:cxn modelId="{05E82133-EC3A-4366-A9FA-5FE01D7A90DB}" type="presParOf" srcId="{A21D1D22-C30A-4229-AA91-37BA0A0F40DE}" destId="{D1DD72E8-9952-4AB3-AA54-4BE2C0BEEA3C}" srcOrd="1" destOrd="0" presId="urn:microsoft.com/office/officeart/2018/2/layout/IconVerticalSolidList"/>
    <dgm:cxn modelId="{57AB68B3-0F89-4D47-9099-C97B30DEFF1D}" type="presParOf" srcId="{A21D1D22-C30A-4229-AA91-37BA0A0F40DE}" destId="{B4840B35-CE38-430F-BA43-0326F68598D8}" srcOrd="2" destOrd="0" presId="urn:microsoft.com/office/officeart/2018/2/layout/IconVerticalSolidList"/>
    <dgm:cxn modelId="{99AC1321-7831-4C75-9997-33B623C44243}" type="presParOf" srcId="{A21D1D22-C30A-4229-AA91-37BA0A0F40DE}" destId="{E386E0C1-DF0F-4C40-BA31-D71C9C164070}" srcOrd="3" destOrd="0" presId="urn:microsoft.com/office/officeart/2018/2/layout/IconVerticalSolidList"/>
    <dgm:cxn modelId="{43CA7A17-ECBF-4C30-B870-F061DA17CD9C}" type="presParOf" srcId="{0C6061C2-759E-40DC-B2FE-A188C3B85C02}" destId="{B830B70C-B2D9-4C9D-A195-D052133D048B}" srcOrd="1" destOrd="0" presId="urn:microsoft.com/office/officeart/2018/2/layout/IconVerticalSolidList"/>
    <dgm:cxn modelId="{153B570F-4BEC-4C33-9A55-7DAE5D89BDB7}" type="presParOf" srcId="{0C6061C2-759E-40DC-B2FE-A188C3B85C02}" destId="{B04C424E-4EF6-4540-8EF0-000769D7F8A2}" srcOrd="2" destOrd="0" presId="urn:microsoft.com/office/officeart/2018/2/layout/IconVerticalSolidList"/>
    <dgm:cxn modelId="{33988420-F538-41EE-8B6D-4D7321FC9394}" type="presParOf" srcId="{B04C424E-4EF6-4540-8EF0-000769D7F8A2}" destId="{153E5AFD-E3DE-497A-859B-7F356BE3A210}" srcOrd="0" destOrd="0" presId="urn:microsoft.com/office/officeart/2018/2/layout/IconVerticalSolidList"/>
    <dgm:cxn modelId="{CB3CDBD4-2A24-4BBF-84E9-9EE768D7E3C5}" type="presParOf" srcId="{B04C424E-4EF6-4540-8EF0-000769D7F8A2}" destId="{0C1BD13A-09B6-4FB0-878D-38370E776D1D}" srcOrd="1" destOrd="0" presId="urn:microsoft.com/office/officeart/2018/2/layout/IconVerticalSolidList"/>
    <dgm:cxn modelId="{E2992673-E589-468E-BA2C-68C8B04AA3B4}" type="presParOf" srcId="{B04C424E-4EF6-4540-8EF0-000769D7F8A2}" destId="{8007CD9B-99BF-48B1-A4B5-BBFF8D8B1D69}" srcOrd="2" destOrd="0" presId="urn:microsoft.com/office/officeart/2018/2/layout/IconVerticalSolidList"/>
    <dgm:cxn modelId="{4D53966C-DF44-449B-A18C-D5B9CAD8ECAC}" type="presParOf" srcId="{B04C424E-4EF6-4540-8EF0-000769D7F8A2}" destId="{F57E7787-CAD1-42DE-A9B2-D003EA6FDD67}" srcOrd="3" destOrd="0" presId="urn:microsoft.com/office/officeart/2018/2/layout/IconVerticalSolidList"/>
    <dgm:cxn modelId="{E03C8D15-3C0C-45A0-8366-7962C880D246}" type="presParOf" srcId="{0C6061C2-759E-40DC-B2FE-A188C3B85C02}" destId="{A24FF032-70E3-4959-BA03-FF1227220540}" srcOrd="3" destOrd="0" presId="urn:microsoft.com/office/officeart/2018/2/layout/IconVerticalSolidList"/>
    <dgm:cxn modelId="{039460F3-7532-4A1D-9683-6BF43BF1A594}" type="presParOf" srcId="{0C6061C2-759E-40DC-B2FE-A188C3B85C02}" destId="{59067240-BAA7-4AC4-B532-D6A228F9873C}" srcOrd="4" destOrd="0" presId="urn:microsoft.com/office/officeart/2018/2/layout/IconVerticalSolidList"/>
    <dgm:cxn modelId="{D3F56DA3-0A74-4CFF-918D-E265815F38EA}" type="presParOf" srcId="{59067240-BAA7-4AC4-B532-D6A228F9873C}" destId="{9396E3CF-C4B6-44FB-9881-B951AB8255AC}" srcOrd="0" destOrd="0" presId="urn:microsoft.com/office/officeart/2018/2/layout/IconVerticalSolidList"/>
    <dgm:cxn modelId="{D3645553-48F5-43BF-A4B0-A810AB4061F6}" type="presParOf" srcId="{59067240-BAA7-4AC4-B532-D6A228F9873C}" destId="{656AE048-F737-4385-8676-8E972121C5CE}" srcOrd="1" destOrd="0" presId="urn:microsoft.com/office/officeart/2018/2/layout/IconVerticalSolidList"/>
    <dgm:cxn modelId="{9379A59C-8457-4830-8B4D-2B1B1F51E6A3}" type="presParOf" srcId="{59067240-BAA7-4AC4-B532-D6A228F9873C}" destId="{57BE8143-4A64-4891-A3BD-814AE03DC0D9}" srcOrd="2" destOrd="0" presId="urn:microsoft.com/office/officeart/2018/2/layout/IconVerticalSolidList"/>
    <dgm:cxn modelId="{5D4AAAE2-1E4A-4D2B-B753-B47D12E67B3B}" type="presParOf" srcId="{59067240-BAA7-4AC4-B532-D6A228F9873C}" destId="{D624AD8B-EF07-411F-8F70-6E23D5E096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C9631D-572B-45EB-902F-7AD6C1346E90}" type="doc">
      <dgm:prSet loTypeId="urn:microsoft.com/office/officeart/2018/2/layout/IconCircleList" loCatId="icon" qsTypeId="urn:microsoft.com/office/officeart/2005/8/quickstyle/simple1#6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6F7934F-160B-4D2A-AF4B-863D091B278D}">
      <dgm:prSet/>
      <dgm:spPr/>
      <dgm:t>
        <a:bodyPr/>
        <a:lstStyle/>
        <a:p>
          <a:r>
            <a:rPr lang="en-US" b="0" i="0" dirty="0"/>
            <a:t>The working principle of the earthquake detection system</a:t>
          </a:r>
          <a:endParaRPr lang="en-US" dirty="0"/>
        </a:p>
      </dgm:t>
    </dgm:pt>
    <dgm:pt modelId="{72A0643D-8D39-4B8F-B845-D3A931BADCD4}" type="parTrans" cxnId="{14405E87-CD0B-4FEB-8F95-9B6FFF671D74}">
      <dgm:prSet/>
      <dgm:spPr/>
      <dgm:t>
        <a:bodyPr/>
        <a:lstStyle/>
        <a:p>
          <a:endParaRPr lang="en-US"/>
        </a:p>
      </dgm:t>
    </dgm:pt>
    <dgm:pt modelId="{48CD2B3D-09FB-4950-A7D8-9B49436AE5E1}" type="sibTrans" cxnId="{14405E87-CD0B-4FEB-8F95-9B6FFF671D74}">
      <dgm:prSet/>
      <dgm:spPr/>
      <dgm:t>
        <a:bodyPr/>
        <a:lstStyle/>
        <a:p>
          <a:endParaRPr lang="en-US"/>
        </a:p>
      </dgm:t>
    </dgm:pt>
    <dgm:pt modelId="{FDA79528-F488-4151-AFEB-319D5925FE77}">
      <dgm:prSet/>
      <dgm:spPr/>
      <dgm:t>
        <a:bodyPr/>
        <a:lstStyle/>
        <a:p>
          <a:r>
            <a:rPr lang="en-US" b="0" i="0" dirty="0"/>
            <a:t>How the MPU6050 sensor measures vibrations and accelerations</a:t>
          </a:r>
          <a:endParaRPr lang="en-US" dirty="0"/>
        </a:p>
      </dgm:t>
    </dgm:pt>
    <dgm:pt modelId="{CD64D609-A53C-4F6B-8428-85ECEC543B27}" type="parTrans" cxnId="{9E8BAB2E-16C0-41A9-8A40-2DF18915DFFF}">
      <dgm:prSet/>
      <dgm:spPr/>
      <dgm:t>
        <a:bodyPr/>
        <a:lstStyle/>
        <a:p>
          <a:endParaRPr lang="en-US"/>
        </a:p>
      </dgm:t>
    </dgm:pt>
    <dgm:pt modelId="{4E9C2C37-3282-4348-B965-CFF09C59E36B}" type="sibTrans" cxnId="{9E8BAB2E-16C0-41A9-8A40-2DF18915DFFF}">
      <dgm:prSet/>
      <dgm:spPr/>
      <dgm:t>
        <a:bodyPr/>
        <a:lstStyle/>
        <a:p>
          <a:endParaRPr lang="en-US"/>
        </a:p>
      </dgm:t>
    </dgm:pt>
    <dgm:pt modelId="{099C9A05-841E-4095-B287-5FA32F0C6573}">
      <dgm:prSet/>
      <dgm:spPr/>
      <dgm:t>
        <a:bodyPr/>
        <a:lstStyle/>
        <a:p>
          <a:r>
            <a:rPr lang="en-US" b="0" i="0" dirty="0"/>
            <a:t>The role of the microcontroller in processing the sensor data</a:t>
          </a:r>
          <a:endParaRPr lang="en-US" dirty="0"/>
        </a:p>
      </dgm:t>
    </dgm:pt>
    <dgm:pt modelId="{EEB6CB7A-B88A-49DA-ACE2-7BC0D8FDAC60}" type="parTrans" cxnId="{9374FAD9-7237-4A3D-802E-FDFD83E3BA67}">
      <dgm:prSet/>
      <dgm:spPr/>
      <dgm:t>
        <a:bodyPr/>
        <a:lstStyle/>
        <a:p>
          <a:endParaRPr lang="en-US"/>
        </a:p>
      </dgm:t>
    </dgm:pt>
    <dgm:pt modelId="{42B52A39-7BB8-4429-B4BE-4C10E77E59C0}" type="sibTrans" cxnId="{9374FAD9-7237-4A3D-802E-FDFD83E3BA67}">
      <dgm:prSet/>
      <dgm:spPr/>
      <dgm:t>
        <a:bodyPr/>
        <a:lstStyle/>
        <a:p>
          <a:endParaRPr lang="en-US"/>
        </a:p>
      </dgm:t>
    </dgm:pt>
    <dgm:pt modelId="{501EF588-620D-4619-A90D-C2BA48196942}" type="pres">
      <dgm:prSet presAssocID="{97C9631D-572B-45EB-902F-7AD6C1346E90}" presName="root" presStyleCnt="0">
        <dgm:presLayoutVars>
          <dgm:dir/>
          <dgm:resizeHandles val="exact"/>
        </dgm:presLayoutVars>
      </dgm:prSet>
      <dgm:spPr/>
    </dgm:pt>
    <dgm:pt modelId="{31F01BE6-73AD-4A65-963B-58140FDA1EDB}" type="pres">
      <dgm:prSet presAssocID="{97C9631D-572B-45EB-902F-7AD6C1346E90}" presName="container" presStyleCnt="0">
        <dgm:presLayoutVars>
          <dgm:dir/>
          <dgm:resizeHandles val="exact"/>
        </dgm:presLayoutVars>
      </dgm:prSet>
      <dgm:spPr/>
    </dgm:pt>
    <dgm:pt modelId="{B7893A15-3339-439A-8E4D-F6DC2ED2F093}" type="pres">
      <dgm:prSet presAssocID="{B6F7934F-160B-4D2A-AF4B-863D091B278D}" presName="compNode" presStyleCnt="0"/>
      <dgm:spPr/>
    </dgm:pt>
    <dgm:pt modelId="{93E1E954-829E-4FE3-9461-E8FD08E98A2B}" type="pres">
      <dgm:prSet presAssocID="{B6F7934F-160B-4D2A-AF4B-863D091B278D}" presName="iconBgRect" presStyleLbl="bgShp" presStyleIdx="0" presStyleCnt="3"/>
      <dgm:spPr/>
    </dgm:pt>
    <dgm:pt modelId="{D08BE7D7-56EA-4277-AB6F-3A10F260B073}" type="pres">
      <dgm:prSet presAssocID="{B6F7934F-160B-4D2A-AF4B-863D091B278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E516E04-EFEB-4569-B754-93DD482D8106}" type="pres">
      <dgm:prSet presAssocID="{B6F7934F-160B-4D2A-AF4B-863D091B278D}" presName="spaceRect" presStyleCnt="0"/>
      <dgm:spPr/>
    </dgm:pt>
    <dgm:pt modelId="{B0ED4F04-7290-47EA-AD0C-75DDC5F1BE99}" type="pres">
      <dgm:prSet presAssocID="{B6F7934F-160B-4D2A-AF4B-863D091B278D}" presName="textRect" presStyleLbl="revTx" presStyleIdx="0" presStyleCnt="3">
        <dgm:presLayoutVars>
          <dgm:chMax val="1"/>
          <dgm:chPref val="1"/>
        </dgm:presLayoutVars>
      </dgm:prSet>
      <dgm:spPr/>
    </dgm:pt>
    <dgm:pt modelId="{0DBC4036-B82B-497E-AE52-AF963B286DC9}" type="pres">
      <dgm:prSet presAssocID="{48CD2B3D-09FB-4950-A7D8-9B49436AE5E1}" presName="sibTrans" presStyleLbl="sibTrans2D1" presStyleIdx="0" presStyleCnt="0"/>
      <dgm:spPr/>
    </dgm:pt>
    <dgm:pt modelId="{B26AD19E-9F7B-452D-A50E-39714C43B1BE}" type="pres">
      <dgm:prSet presAssocID="{FDA79528-F488-4151-AFEB-319D5925FE77}" presName="compNode" presStyleCnt="0"/>
      <dgm:spPr/>
    </dgm:pt>
    <dgm:pt modelId="{8EA83AC9-EAA8-4FDF-A21E-C45443CC8239}" type="pres">
      <dgm:prSet presAssocID="{FDA79528-F488-4151-AFEB-319D5925FE77}" presName="iconBgRect" presStyleLbl="bgShp" presStyleIdx="1" presStyleCnt="3"/>
      <dgm:spPr/>
    </dgm:pt>
    <dgm:pt modelId="{6EA664D1-F1C9-403A-AA14-50510384E48F}" type="pres">
      <dgm:prSet presAssocID="{FDA79528-F488-4151-AFEB-319D5925FE7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4E0766B3-66D5-484D-8FB4-C1D4F3D68247}" type="pres">
      <dgm:prSet presAssocID="{FDA79528-F488-4151-AFEB-319D5925FE77}" presName="spaceRect" presStyleCnt="0"/>
      <dgm:spPr/>
    </dgm:pt>
    <dgm:pt modelId="{203C98F0-26DF-4E13-AEB9-DC35F50933B0}" type="pres">
      <dgm:prSet presAssocID="{FDA79528-F488-4151-AFEB-319D5925FE77}" presName="textRect" presStyleLbl="revTx" presStyleIdx="1" presStyleCnt="3">
        <dgm:presLayoutVars>
          <dgm:chMax val="1"/>
          <dgm:chPref val="1"/>
        </dgm:presLayoutVars>
      </dgm:prSet>
      <dgm:spPr/>
    </dgm:pt>
    <dgm:pt modelId="{1FD33A78-A574-4B0B-B4EF-DC625B8CB0B9}" type="pres">
      <dgm:prSet presAssocID="{4E9C2C37-3282-4348-B965-CFF09C59E36B}" presName="sibTrans" presStyleLbl="sibTrans2D1" presStyleIdx="0" presStyleCnt="0"/>
      <dgm:spPr/>
    </dgm:pt>
    <dgm:pt modelId="{66E41A1D-1A70-4B19-A95B-F5623DE5D107}" type="pres">
      <dgm:prSet presAssocID="{099C9A05-841E-4095-B287-5FA32F0C6573}" presName="compNode" presStyleCnt="0"/>
      <dgm:spPr/>
    </dgm:pt>
    <dgm:pt modelId="{BAAACC77-E3DA-46DB-B8FB-F3DACE073692}" type="pres">
      <dgm:prSet presAssocID="{099C9A05-841E-4095-B287-5FA32F0C6573}" presName="iconBgRect" presStyleLbl="bgShp" presStyleIdx="2" presStyleCnt="3"/>
      <dgm:spPr/>
    </dgm:pt>
    <dgm:pt modelId="{4665274A-55B3-45DE-A6B3-7AF5BC44D882}" type="pres">
      <dgm:prSet presAssocID="{099C9A05-841E-4095-B287-5FA32F0C657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CB8400E-5CEE-4380-AF62-0F3CA38F4B20}" type="pres">
      <dgm:prSet presAssocID="{099C9A05-841E-4095-B287-5FA32F0C6573}" presName="spaceRect" presStyleCnt="0"/>
      <dgm:spPr/>
    </dgm:pt>
    <dgm:pt modelId="{63A13E1A-2F0D-4EAD-AD59-84B5E1F8F81B}" type="pres">
      <dgm:prSet presAssocID="{099C9A05-841E-4095-B287-5FA32F0C657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6059E29-AEB0-4862-91B7-6D3671DCED6B}" type="presOf" srcId="{B6F7934F-160B-4D2A-AF4B-863D091B278D}" destId="{B0ED4F04-7290-47EA-AD0C-75DDC5F1BE99}" srcOrd="0" destOrd="0" presId="urn:microsoft.com/office/officeart/2018/2/layout/IconCircleList"/>
    <dgm:cxn modelId="{9E8BAB2E-16C0-41A9-8A40-2DF18915DFFF}" srcId="{97C9631D-572B-45EB-902F-7AD6C1346E90}" destId="{FDA79528-F488-4151-AFEB-319D5925FE77}" srcOrd="1" destOrd="0" parTransId="{CD64D609-A53C-4F6B-8428-85ECEC543B27}" sibTransId="{4E9C2C37-3282-4348-B965-CFF09C59E36B}"/>
    <dgm:cxn modelId="{0A98313E-0EA6-4BF3-A60D-EB406F7E5333}" type="presOf" srcId="{4E9C2C37-3282-4348-B965-CFF09C59E36B}" destId="{1FD33A78-A574-4B0B-B4EF-DC625B8CB0B9}" srcOrd="0" destOrd="0" presId="urn:microsoft.com/office/officeart/2018/2/layout/IconCircleList"/>
    <dgm:cxn modelId="{6A2BE75B-9997-48B3-9F02-51F9A04D1556}" type="presOf" srcId="{97C9631D-572B-45EB-902F-7AD6C1346E90}" destId="{501EF588-620D-4619-A90D-C2BA48196942}" srcOrd="0" destOrd="0" presId="urn:microsoft.com/office/officeart/2018/2/layout/IconCircleList"/>
    <dgm:cxn modelId="{14405E87-CD0B-4FEB-8F95-9B6FFF671D74}" srcId="{97C9631D-572B-45EB-902F-7AD6C1346E90}" destId="{B6F7934F-160B-4D2A-AF4B-863D091B278D}" srcOrd="0" destOrd="0" parTransId="{72A0643D-8D39-4B8F-B845-D3A931BADCD4}" sibTransId="{48CD2B3D-09FB-4950-A7D8-9B49436AE5E1}"/>
    <dgm:cxn modelId="{DF20DAA3-85C3-4694-91CE-49AABDD4D97C}" type="presOf" srcId="{FDA79528-F488-4151-AFEB-319D5925FE77}" destId="{203C98F0-26DF-4E13-AEB9-DC35F50933B0}" srcOrd="0" destOrd="0" presId="urn:microsoft.com/office/officeart/2018/2/layout/IconCircleList"/>
    <dgm:cxn modelId="{EE9CF3CD-8C01-472F-9837-6F684291A0A0}" type="presOf" srcId="{099C9A05-841E-4095-B287-5FA32F0C6573}" destId="{63A13E1A-2F0D-4EAD-AD59-84B5E1F8F81B}" srcOrd="0" destOrd="0" presId="urn:microsoft.com/office/officeart/2018/2/layout/IconCircleList"/>
    <dgm:cxn modelId="{B3E147D7-B2F0-4F9D-A3F6-3CA1DE50AB43}" type="presOf" srcId="{48CD2B3D-09FB-4950-A7D8-9B49436AE5E1}" destId="{0DBC4036-B82B-497E-AE52-AF963B286DC9}" srcOrd="0" destOrd="0" presId="urn:microsoft.com/office/officeart/2018/2/layout/IconCircleList"/>
    <dgm:cxn modelId="{9374FAD9-7237-4A3D-802E-FDFD83E3BA67}" srcId="{97C9631D-572B-45EB-902F-7AD6C1346E90}" destId="{099C9A05-841E-4095-B287-5FA32F0C6573}" srcOrd="2" destOrd="0" parTransId="{EEB6CB7A-B88A-49DA-ACE2-7BC0D8FDAC60}" sibTransId="{42B52A39-7BB8-4429-B4BE-4C10E77E59C0}"/>
    <dgm:cxn modelId="{2255D6CF-0DE8-4F23-8368-FB07BBDBC6E7}" type="presParOf" srcId="{501EF588-620D-4619-A90D-C2BA48196942}" destId="{31F01BE6-73AD-4A65-963B-58140FDA1EDB}" srcOrd="0" destOrd="0" presId="urn:microsoft.com/office/officeart/2018/2/layout/IconCircleList"/>
    <dgm:cxn modelId="{545B47BA-B5B6-4A27-BD25-10262FF144F2}" type="presParOf" srcId="{31F01BE6-73AD-4A65-963B-58140FDA1EDB}" destId="{B7893A15-3339-439A-8E4D-F6DC2ED2F093}" srcOrd="0" destOrd="0" presId="urn:microsoft.com/office/officeart/2018/2/layout/IconCircleList"/>
    <dgm:cxn modelId="{7A253313-BE3F-4EA8-AEC2-E7B82B9BCB75}" type="presParOf" srcId="{B7893A15-3339-439A-8E4D-F6DC2ED2F093}" destId="{93E1E954-829E-4FE3-9461-E8FD08E98A2B}" srcOrd="0" destOrd="0" presId="urn:microsoft.com/office/officeart/2018/2/layout/IconCircleList"/>
    <dgm:cxn modelId="{DF7EC7BF-154B-45BF-A888-8019D4BFDBAF}" type="presParOf" srcId="{B7893A15-3339-439A-8E4D-F6DC2ED2F093}" destId="{D08BE7D7-56EA-4277-AB6F-3A10F260B073}" srcOrd="1" destOrd="0" presId="urn:microsoft.com/office/officeart/2018/2/layout/IconCircleList"/>
    <dgm:cxn modelId="{5BD64EE8-36E7-430A-8955-303CBCAD16E8}" type="presParOf" srcId="{B7893A15-3339-439A-8E4D-F6DC2ED2F093}" destId="{3E516E04-EFEB-4569-B754-93DD482D8106}" srcOrd="2" destOrd="0" presId="urn:microsoft.com/office/officeart/2018/2/layout/IconCircleList"/>
    <dgm:cxn modelId="{AC246EA4-EF71-4E09-BE53-301708487F7E}" type="presParOf" srcId="{B7893A15-3339-439A-8E4D-F6DC2ED2F093}" destId="{B0ED4F04-7290-47EA-AD0C-75DDC5F1BE99}" srcOrd="3" destOrd="0" presId="urn:microsoft.com/office/officeart/2018/2/layout/IconCircleList"/>
    <dgm:cxn modelId="{AA334F02-6E77-4A58-A971-27928872DE89}" type="presParOf" srcId="{31F01BE6-73AD-4A65-963B-58140FDA1EDB}" destId="{0DBC4036-B82B-497E-AE52-AF963B286DC9}" srcOrd="1" destOrd="0" presId="urn:microsoft.com/office/officeart/2018/2/layout/IconCircleList"/>
    <dgm:cxn modelId="{CDE976D6-0D21-453E-A259-C1BB66F4B27C}" type="presParOf" srcId="{31F01BE6-73AD-4A65-963B-58140FDA1EDB}" destId="{B26AD19E-9F7B-452D-A50E-39714C43B1BE}" srcOrd="2" destOrd="0" presId="urn:microsoft.com/office/officeart/2018/2/layout/IconCircleList"/>
    <dgm:cxn modelId="{68AFBDC1-B9C7-4DEB-91DD-2AE58C834745}" type="presParOf" srcId="{B26AD19E-9F7B-452D-A50E-39714C43B1BE}" destId="{8EA83AC9-EAA8-4FDF-A21E-C45443CC8239}" srcOrd="0" destOrd="0" presId="urn:microsoft.com/office/officeart/2018/2/layout/IconCircleList"/>
    <dgm:cxn modelId="{8A70D262-C008-474C-8EB6-1E6896CDCB8B}" type="presParOf" srcId="{B26AD19E-9F7B-452D-A50E-39714C43B1BE}" destId="{6EA664D1-F1C9-403A-AA14-50510384E48F}" srcOrd="1" destOrd="0" presId="urn:microsoft.com/office/officeart/2018/2/layout/IconCircleList"/>
    <dgm:cxn modelId="{B5E5445D-A042-4C50-A148-6ECDC70596B0}" type="presParOf" srcId="{B26AD19E-9F7B-452D-A50E-39714C43B1BE}" destId="{4E0766B3-66D5-484D-8FB4-C1D4F3D68247}" srcOrd="2" destOrd="0" presId="urn:microsoft.com/office/officeart/2018/2/layout/IconCircleList"/>
    <dgm:cxn modelId="{4E25EEEE-0658-4F43-9148-14DAA18178D9}" type="presParOf" srcId="{B26AD19E-9F7B-452D-A50E-39714C43B1BE}" destId="{203C98F0-26DF-4E13-AEB9-DC35F50933B0}" srcOrd="3" destOrd="0" presId="urn:microsoft.com/office/officeart/2018/2/layout/IconCircleList"/>
    <dgm:cxn modelId="{A4970C41-4F08-44C7-B7C4-0533C8AAFE44}" type="presParOf" srcId="{31F01BE6-73AD-4A65-963B-58140FDA1EDB}" destId="{1FD33A78-A574-4B0B-B4EF-DC625B8CB0B9}" srcOrd="3" destOrd="0" presId="urn:microsoft.com/office/officeart/2018/2/layout/IconCircleList"/>
    <dgm:cxn modelId="{367DD8CF-1C20-47C5-BE4E-5039F55E12D7}" type="presParOf" srcId="{31F01BE6-73AD-4A65-963B-58140FDA1EDB}" destId="{66E41A1D-1A70-4B19-A95B-F5623DE5D107}" srcOrd="4" destOrd="0" presId="urn:microsoft.com/office/officeart/2018/2/layout/IconCircleList"/>
    <dgm:cxn modelId="{DA82B45F-2965-4AE6-BA8F-895FCEDB5A8F}" type="presParOf" srcId="{66E41A1D-1A70-4B19-A95B-F5623DE5D107}" destId="{BAAACC77-E3DA-46DB-B8FB-F3DACE073692}" srcOrd="0" destOrd="0" presId="urn:microsoft.com/office/officeart/2018/2/layout/IconCircleList"/>
    <dgm:cxn modelId="{A2F8051C-FBAC-43C1-8CC9-A7F8590E06EC}" type="presParOf" srcId="{66E41A1D-1A70-4B19-A95B-F5623DE5D107}" destId="{4665274A-55B3-45DE-A6B3-7AF5BC44D882}" srcOrd="1" destOrd="0" presId="urn:microsoft.com/office/officeart/2018/2/layout/IconCircleList"/>
    <dgm:cxn modelId="{728BF85C-79A2-44AD-A35A-4609BA12E973}" type="presParOf" srcId="{66E41A1D-1A70-4B19-A95B-F5623DE5D107}" destId="{4CB8400E-5CEE-4380-AF62-0F3CA38F4B20}" srcOrd="2" destOrd="0" presId="urn:microsoft.com/office/officeart/2018/2/layout/IconCircleList"/>
    <dgm:cxn modelId="{DD7B8F5A-05DF-4E78-9BC3-A492C709037C}" type="presParOf" srcId="{66E41A1D-1A70-4B19-A95B-F5623DE5D107}" destId="{63A13E1A-2F0D-4EAD-AD59-84B5E1F8F81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FD6D2B-6DEB-4521-AA14-68EA7A9FCA67}" type="doc">
      <dgm:prSet loTypeId="urn:microsoft.com/office/officeart/2018/5/layout/IconCircleLabelList" loCatId="icon" qsTypeId="urn:microsoft.com/office/officeart/2005/8/quickstyle/simple1#7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73B918C-49D6-4AA9-8E08-AB65D565797D}">
      <dgm:prSet/>
      <dgm:spPr/>
      <dgm:t>
        <a:bodyPr/>
        <a:lstStyle/>
        <a:p>
          <a:pPr>
            <a:defRPr cap="all"/>
          </a:pPr>
          <a:r>
            <a:rPr lang="en-US" b="0" i="0" dirty="0"/>
            <a:t>the data processing and analysis techniques used</a:t>
          </a:r>
          <a:endParaRPr lang="en-US" dirty="0"/>
        </a:p>
      </dgm:t>
    </dgm:pt>
    <dgm:pt modelId="{49B965AD-EE8D-42C5-98FB-C766ED7027B9}" type="parTrans" cxnId="{60D20858-669F-4A20-A4E3-3D4FB74F70F9}">
      <dgm:prSet/>
      <dgm:spPr/>
      <dgm:t>
        <a:bodyPr/>
        <a:lstStyle/>
        <a:p>
          <a:endParaRPr lang="en-US"/>
        </a:p>
      </dgm:t>
    </dgm:pt>
    <dgm:pt modelId="{2E23882E-A721-4D49-807D-26502769B0D6}" type="sibTrans" cxnId="{60D20858-669F-4A20-A4E3-3D4FB74F70F9}">
      <dgm:prSet/>
      <dgm:spPr/>
      <dgm:t>
        <a:bodyPr/>
        <a:lstStyle/>
        <a:p>
          <a:endParaRPr lang="en-US"/>
        </a:p>
      </dgm:t>
    </dgm:pt>
    <dgm:pt modelId="{DF51C87C-55F4-48E3-B950-A04309ED0546}">
      <dgm:prSet/>
      <dgm:spPr/>
      <dgm:t>
        <a:bodyPr/>
        <a:lstStyle/>
        <a:p>
          <a:pPr>
            <a:defRPr cap="all"/>
          </a:pPr>
          <a:r>
            <a:rPr lang="en-US" b="0" i="0" dirty="0"/>
            <a:t>algorithms or methods utilized to detect earthquake events</a:t>
          </a:r>
          <a:endParaRPr lang="en-US" dirty="0"/>
        </a:p>
      </dgm:t>
    </dgm:pt>
    <dgm:pt modelId="{38675410-DFBB-4D96-9EC1-F13ACE62C48A}" type="parTrans" cxnId="{D65C94F5-C7E6-4B86-8FB1-578E7E8C087E}">
      <dgm:prSet/>
      <dgm:spPr/>
      <dgm:t>
        <a:bodyPr/>
        <a:lstStyle/>
        <a:p>
          <a:endParaRPr lang="en-US"/>
        </a:p>
      </dgm:t>
    </dgm:pt>
    <dgm:pt modelId="{4C3CAE51-AA01-4D60-98FF-531351937218}" type="sibTrans" cxnId="{D65C94F5-C7E6-4B86-8FB1-578E7E8C087E}">
      <dgm:prSet/>
      <dgm:spPr/>
      <dgm:t>
        <a:bodyPr/>
        <a:lstStyle/>
        <a:p>
          <a:endParaRPr lang="en-US"/>
        </a:p>
      </dgm:t>
    </dgm:pt>
    <dgm:pt modelId="{0D4C44CF-606E-4D0F-8860-358D307EEDA9}">
      <dgm:prSet/>
      <dgm:spPr/>
      <dgm:t>
        <a:bodyPr/>
        <a:lstStyle/>
        <a:p>
          <a:pPr>
            <a:defRPr cap="all"/>
          </a:pPr>
          <a:r>
            <a:rPr lang="en-US" b="0" i="0" dirty="0"/>
            <a:t>the importance of calibration and threshold setting</a:t>
          </a:r>
          <a:endParaRPr lang="en-US" dirty="0"/>
        </a:p>
      </dgm:t>
    </dgm:pt>
    <dgm:pt modelId="{BBAB2C34-0502-4D29-8F4B-961EC67E0E48}" type="parTrans" cxnId="{CB0BDF78-3A7F-4312-84EE-2A04BB508AC4}">
      <dgm:prSet/>
      <dgm:spPr/>
      <dgm:t>
        <a:bodyPr/>
        <a:lstStyle/>
        <a:p>
          <a:endParaRPr lang="en-US"/>
        </a:p>
      </dgm:t>
    </dgm:pt>
    <dgm:pt modelId="{B7D68C8A-9150-48D8-AEF0-B53CB42D0051}" type="sibTrans" cxnId="{CB0BDF78-3A7F-4312-84EE-2A04BB508AC4}">
      <dgm:prSet/>
      <dgm:spPr/>
      <dgm:t>
        <a:bodyPr/>
        <a:lstStyle/>
        <a:p>
          <a:endParaRPr lang="en-US"/>
        </a:p>
      </dgm:t>
    </dgm:pt>
    <dgm:pt modelId="{D0602737-6F2F-4998-BD59-90479D58C4ED}" type="pres">
      <dgm:prSet presAssocID="{89FD6D2B-6DEB-4521-AA14-68EA7A9FCA67}" presName="root" presStyleCnt="0">
        <dgm:presLayoutVars>
          <dgm:dir/>
          <dgm:resizeHandles val="exact"/>
        </dgm:presLayoutVars>
      </dgm:prSet>
      <dgm:spPr/>
    </dgm:pt>
    <dgm:pt modelId="{0DEF6393-0E00-4507-889C-C96030539563}" type="pres">
      <dgm:prSet presAssocID="{373B918C-49D6-4AA9-8E08-AB65D565797D}" presName="compNode" presStyleCnt="0"/>
      <dgm:spPr/>
    </dgm:pt>
    <dgm:pt modelId="{5C806DD4-89AA-484E-A9E0-3BD96052689D}" type="pres">
      <dgm:prSet presAssocID="{373B918C-49D6-4AA9-8E08-AB65D565797D}" presName="iconBgRect" presStyleLbl="bgShp" presStyleIdx="0" presStyleCnt="3"/>
      <dgm:spPr/>
    </dgm:pt>
    <dgm:pt modelId="{3A12D20D-ED21-4DCB-844D-2BF72616448B}" type="pres">
      <dgm:prSet presAssocID="{373B918C-49D6-4AA9-8E08-AB65D565797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6A07662-A80C-426C-922A-8F77D7C4DD50}" type="pres">
      <dgm:prSet presAssocID="{373B918C-49D6-4AA9-8E08-AB65D565797D}" presName="spaceRect" presStyleCnt="0"/>
      <dgm:spPr/>
    </dgm:pt>
    <dgm:pt modelId="{2B6A19AB-43FE-4155-A687-15ECFA2365A3}" type="pres">
      <dgm:prSet presAssocID="{373B918C-49D6-4AA9-8E08-AB65D565797D}" presName="textRect" presStyleLbl="revTx" presStyleIdx="0" presStyleCnt="3">
        <dgm:presLayoutVars>
          <dgm:chMax val="1"/>
          <dgm:chPref val="1"/>
        </dgm:presLayoutVars>
      </dgm:prSet>
      <dgm:spPr/>
    </dgm:pt>
    <dgm:pt modelId="{F63780EC-9C8E-4624-BFA5-6C43BB3F96C7}" type="pres">
      <dgm:prSet presAssocID="{2E23882E-A721-4D49-807D-26502769B0D6}" presName="sibTrans" presStyleCnt="0"/>
      <dgm:spPr/>
    </dgm:pt>
    <dgm:pt modelId="{9A0F5F59-F299-4A92-976A-3C5985D90C0B}" type="pres">
      <dgm:prSet presAssocID="{DF51C87C-55F4-48E3-B950-A04309ED0546}" presName="compNode" presStyleCnt="0"/>
      <dgm:spPr/>
    </dgm:pt>
    <dgm:pt modelId="{B744A3A7-957E-46C0-9B62-FD45EC5C3EA1}" type="pres">
      <dgm:prSet presAssocID="{DF51C87C-55F4-48E3-B950-A04309ED0546}" presName="iconBgRect" presStyleLbl="bgShp" presStyleIdx="1" presStyleCnt="3"/>
      <dgm:spPr/>
    </dgm:pt>
    <dgm:pt modelId="{9A0AE7E0-160D-431B-9E9C-60281B718D04}" type="pres">
      <dgm:prSet presAssocID="{DF51C87C-55F4-48E3-B950-A04309ED054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80C941F-5B9B-4091-9BFC-EB52A7B97927}" type="pres">
      <dgm:prSet presAssocID="{DF51C87C-55F4-48E3-B950-A04309ED0546}" presName="spaceRect" presStyleCnt="0"/>
      <dgm:spPr/>
    </dgm:pt>
    <dgm:pt modelId="{322FD25D-06C7-4C42-91B3-7243D636FF30}" type="pres">
      <dgm:prSet presAssocID="{DF51C87C-55F4-48E3-B950-A04309ED0546}" presName="textRect" presStyleLbl="revTx" presStyleIdx="1" presStyleCnt="3">
        <dgm:presLayoutVars>
          <dgm:chMax val="1"/>
          <dgm:chPref val="1"/>
        </dgm:presLayoutVars>
      </dgm:prSet>
      <dgm:spPr/>
    </dgm:pt>
    <dgm:pt modelId="{D93FA2C8-4B22-481D-9B6E-586259A0B327}" type="pres">
      <dgm:prSet presAssocID="{4C3CAE51-AA01-4D60-98FF-531351937218}" presName="sibTrans" presStyleCnt="0"/>
      <dgm:spPr/>
    </dgm:pt>
    <dgm:pt modelId="{5DA7DDA8-9A15-4D77-B495-4F1D249B0D36}" type="pres">
      <dgm:prSet presAssocID="{0D4C44CF-606E-4D0F-8860-358D307EEDA9}" presName="compNode" presStyleCnt="0"/>
      <dgm:spPr/>
    </dgm:pt>
    <dgm:pt modelId="{0304D49E-494B-4CA0-BAAA-04271ECC2FC9}" type="pres">
      <dgm:prSet presAssocID="{0D4C44CF-606E-4D0F-8860-358D307EEDA9}" presName="iconBgRect" presStyleLbl="bgShp" presStyleIdx="2" presStyleCnt="3"/>
      <dgm:spPr/>
    </dgm:pt>
    <dgm:pt modelId="{9F0286DF-5AC7-4B31-B2F3-4B150A023DA9}" type="pres">
      <dgm:prSet presAssocID="{0D4C44CF-606E-4D0F-8860-358D307EEDA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601C460-4407-47F7-87B3-09A2B2FD215C}" type="pres">
      <dgm:prSet presAssocID="{0D4C44CF-606E-4D0F-8860-358D307EEDA9}" presName="spaceRect" presStyleCnt="0"/>
      <dgm:spPr/>
    </dgm:pt>
    <dgm:pt modelId="{897ECC0E-0DC8-48A0-8A93-C55739306702}" type="pres">
      <dgm:prSet presAssocID="{0D4C44CF-606E-4D0F-8860-358D307EEDA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CCFAA13-53F7-4FDA-849C-9D94A22B0EC6}" type="presOf" srcId="{89FD6D2B-6DEB-4521-AA14-68EA7A9FCA67}" destId="{D0602737-6F2F-4998-BD59-90479D58C4ED}" srcOrd="0" destOrd="0" presId="urn:microsoft.com/office/officeart/2018/5/layout/IconCircleLabelList"/>
    <dgm:cxn modelId="{0D0B9919-B37C-4804-84A8-69EDB8CE9BFF}" type="presOf" srcId="{DF51C87C-55F4-48E3-B950-A04309ED0546}" destId="{322FD25D-06C7-4C42-91B3-7243D636FF30}" srcOrd="0" destOrd="0" presId="urn:microsoft.com/office/officeart/2018/5/layout/IconCircleLabelList"/>
    <dgm:cxn modelId="{C7388824-9939-408E-A6A9-9BC1008B9C02}" type="presOf" srcId="{373B918C-49D6-4AA9-8E08-AB65D565797D}" destId="{2B6A19AB-43FE-4155-A687-15ECFA2365A3}" srcOrd="0" destOrd="0" presId="urn:microsoft.com/office/officeart/2018/5/layout/IconCircleLabelList"/>
    <dgm:cxn modelId="{60D20858-669F-4A20-A4E3-3D4FB74F70F9}" srcId="{89FD6D2B-6DEB-4521-AA14-68EA7A9FCA67}" destId="{373B918C-49D6-4AA9-8E08-AB65D565797D}" srcOrd="0" destOrd="0" parTransId="{49B965AD-EE8D-42C5-98FB-C766ED7027B9}" sibTransId="{2E23882E-A721-4D49-807D-26502769B0D6}"/>
    <dgm:cxn modelId="{CB0BDF78-3A7F-4312-84EE-2A04BB508AC4}" srcId="{89FD6D2B-6DEB-4521-AA14-68EA7A9FCA67}" destId="{0D4C44CF-606E-4D0F-8860-358D307EEDA9}" srcOrd="2" destOrd="0" parTransId="{BBAB2C34-0502-4D29-8F4B-961EC67E0E48}" sibTransId="{B7D68C8A-9150-48D8-AEF0-B53CB42D0051}"/>
    <dgm:cxn modelId="{A4051884-90E2-4E76-8B40-516F15AAC277}" type="presOf" srcId="{0D4C44CF-606E-4D0F-8860-358D307EEDA9}" destId="{897ECC0E-0DC8-48A0-8A93-C55739306702}" srcOrd="0" destOrd="0" presId="urn:microsoft.com/office/officeart/2018/5/layout/IconCircleLabelList"/>
    <dgm:cxn modelId="{D65C94F5-C7E6-4B86-8FB1-578E7E8C087E}" srcId="{89FD6D2B-6DEB-4521-AA14-68EA7A9FCA67}" destId="{DF51C87C-55F4-48E3-B950-A04309ED0546}" srcOrd="1" destOrd="0" parTransId="{38675410-DFBB-4D96-9EC1-F13ACE62C48A}" sibTransId="{4C3CAE51-AA01-4D60-98FF-531351937218}"/>
    <dgm:cxn modelId="{EF340908-6CD9-4E78-A95A-F5D8E9AC552B}" type="presParOf" srcId="{D0602737-6F2F-4998-BD59-90479D58C4ED}" destId="{0DEF6393-0E00-4507-889C-C96030539563}" srcOrd="0" destOrd="0" presId="urn:microsoft.com/office/officeart/2018/5/layout/IconCircleLabelList"/>
    <dgm:cxn modelId="{87F8C040-DB89-4E81-9D1D-F85FAC7659F1}" type="presParOf" srcId="{0DEF6393-0E00-4507-889C-C96030539563}" destId="{5C806DD4-89AA-484E-A9E0-3BD96052689D}" srcOrd="0" destOrd="0" presId="urn:microsoft.com/office/officeart/2018/5/layout/IconCircleLabelList"/>
    <dgm:cxn modelId="{277B88EA-2617-480C-A416-2FD84E4A6532}" type="presParOf" srcId="{0DEF6393-0E00-4507-889C-C96030539563}" destId="{3A12D20D-ED21-4DCB-844D-2BF72616448B}" srcOrd="1" destOrd="0" presId="urn:microsoft.com/office/officeart/2018/5/layout/IconCircleLabelList"/>
    <dgm:cxn modelId="{51EADE16-9092-4CFD-89BD-302107F99B85}" type="presParOf" srcId="{0DEF6393-0E00-4507-889C-C96030539563}" destId="{16A07662-A80C-426C-922A-8F77D7C4DD50}" srcOrd="2" destOrd="0" presId="urn:microsoft.com/office/officeart/2018/5/layout/IconCircleLabelList"/>
    <dgm:cxn modelId="{4D379CDF-49E9-45DE-88D1-AA52441D0AEF}" type="presParOf" srcId="{0DEF6393-0E00-4507-889C-C96030539563}" destId="{2B6A19AB-43FE-4155-A687-15ECFA2365A3}" srcOrd="3" destOrd="0" presId="urn:microsoft.com/office/officeart/2018/5/layout/IconCircleLabelList"/>
    <dgm:cxn modelId="{E09C73F0-8A4F-4D18-8A74-64D38C2DBFDA}" type="presParOf" srcId="{D0602737-6F2F-4998-BD59-90479D58C4ED}" destId="{F63780EC-9C8E-4624-BFA5-6C43BB3F96C7}" srcOrd="1" destOrd="0" presId="urn:microsoft.com/office/officeart/2018/5/layout/IconCircleLabelList"/>
    <dgm:cxn modelId="{3E4467F7-8E70-4E07-A1F0-EE32C86D8F30}" type="presParOf" srcId="{D0602737-6F2F-4998-BD59-90479D58C4ED}" destId="{9A0F5F59-F299-4A92-976A-3C5985D90C0B}" srcOrd="2" destOrd="0" presId="urn:microsoft.com/office/officeart/2018/5/layout/IconCircleLabelList"/>
    <dgm:cxn modelId="{5FF20152-8459-4A16-84CE-E07C19201CA3}" type="presParOf" srcId="{9A0F5F59-F299-4A92-976A-3C5985D90C0B}" destId="{B744A3A7-957E-46C0-9B62-FD45EC5C3EA1}" srcOrd="0" destOrd="0" presId="urn:microsoft.com/office/officeart/2018/5/layout/IconCircleLabelList"/>
    <dgm:cxn modelId="{F3474AB3-7D31-4527-8E12-B0F3CC5F49A0}" type="presParOf" srcId="{9A0F5F59-F299-4A92-976A-3C5985D90C0B}" destId="{9A0AE7E0-160D-431B-9E9C-60281B718D04}" srcOrd="1" destOrd="0" presId="urn:microsoft.com/office/officeart/2018/5/layout/IconCircleLabelList"/>
    <dgm:cxn modelId="{5204D18A-8E9A-47F2-BA96-2BEBC985BE8C}" type="presParOf" srcId="{9A0F5F59-F299-4A92-976A-3C5985D90C0B}" destId="{F80C941F-5B9B-4091-9BFC-EB52A7B97927}" srcOrd="2" destOrd="0" presId="urn:microsoft.com/office/officeart/2018/5/layout/IconCircleLabelList"/>
    <dgm:cxn modelId="{FA26D5EE-B64B-4FCE-88B9-351657B90049}" type="presParOf" srcId="{9A0F5F59-F299-4A92-976A-3C5985D90C0B}" destId="{322FD25D-06C7-4C42-91B3-7243D636FF30}" srcOrd="3" destOrd="0" presId="urn:microsoft.com/office/officeart/2018/5/layout/IconCircleLabelList"/>
    <dgm:cxn modelId="{E958059B-EA46-40F5-967D-7E250E178FBE}" type="presParOf" srcId="{D0602737-6F2F-4998-BD59-90479D58C4ED}" destId="{D93FA2C8-4B22-481D-9B6E-586259A0B327}" srcOrd="3" destOrd="0" presId="urn:microsoft.com/office/officeart/2018/5/layout/IconCircleLabelList"/>
    <dgm:cxn modelId="{C8D4A07C-1699-4D89-8DC2-15FB7710D68F}" type="presParOf" srcId="{D0602737-6F2F-4998-BD59-90479D58C4ED}" destId="{5DA7DDA8-9A15-4D77-B495-4F1D249B0D36}" srcOrd="4" destOrd="0" presId="urn:microsoft.com/office/officeart/2018/5/layout/IconCircleLabelList"/>
    <dgm:cxn modelId="{28DF1390-C3BA-4679-8296-ABD220310349}" type="presParOf" srcId="{5DA7DDA8-9A15-4D77-B495-4F1D249B0D36}" destId="{0304D49E-494B-4CA0-BAAA-04271ECC2FC9}" srcOrd="0" destOrd="0" presId="urn:microsoft.com/office/officeart/2018/5/layout/IconCircleLabelList"/>
    <dgm:cxn modelId="{47902841-46DA-4C70-A9F4-9D2A3973AE8A}" type="presParOf" srcId="{5DA7DDA8-9A15-4D77-B495-4F1D249B0D36}" destId="{9F0286DF-5AC7-4B31-B2F3-4B150A023DA9}" srcOrd="1" destOrd="0" presId="urn:microsoft.com/office/officeart/2018/5/layout/IconCircleLabelList"/>
    <dgm:cxn modelId="{74B626EF-6F02-4C6F-9B63-EF2E92C2FCF7}" type="presParOf" srcId="{5DA7DDA8-9A15-4D77-B495-4F1D249B0D36}" destId="{F601C460-4407-47F7-87B3-09A2B2FD215C}" srcOrd="2" destOrd="0" presId="urn:microsoft.com/office/officeart/2018/5/layout/IconCircleLabelList"/>
    <dgm:cxn modelId="{6D9622F4-2E05-4393-92D5-F54005FB38B2}" type="presParOf" srcId="{5DA7DDA8-9A15-4D77-B495-4F1D249B0D36}" destId="{897ECC0E-0DC8-48A0-8A93-C5573930670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2F2962-11B9-48ED-9086-D13FF32B19FD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268324-540A-4BC5-A1BF-E5B826BF7A75}">
      <dgm:prSet/>
      <dgm:spPr/>
      <dgm:t>
        <a:bodyPr/>
        <a:lstStyle/>
        <a:p>
          <a:r>
            <a:rPr lang="en-US" b="0" i="0" dirty="0"/>
            <a:t>The results obtained from testing the system</a:t>
          </a:r>
          <a:endParaRPr lang="en-US" dirty="0"/>
        </a:p>
      </dgm:t>
    </dgm:pt>
    <dgm:pt modelId="{D95E8342-6ED9-4C15-903A-69E08440E021}" type="parTrans" cxnId="{0AA177FD-0718-47B8-B418-A6A323939723}">
      <dgm:prSet/>
      <dgm:spPr/>
      <dgm:t>
        <a:bodyPr/>
        <a:lstStyle/>
        <a:p>
          <a:endParaRPr lang="en-US"/>
        </a:p>
      </dgm:t>
    </dgm:pt>
    <dgm:pt modelId="{9ECBA3CB-8C4C-4836-9143-732BF1E34889}" type="sibTrans" cxnId="{0AA177FD-0718-47B8-B418-A6A323939723}">
      <dgm:prSet/>
      <dgm:spPr/>
      <dgm:t>
        <a:bodyPr/>
        <a:lstStyle/>
        <a:p>
          <a:endParaRPr lang="en-US"/>
        </a:p>
      </dgm:t>
    </dgm:pt>
    <dgm:pt modelId="{5B4D601D-10E1-46FA-92AC-AFD038E0559A}">
      <dgm:prSet/>
      <dgm:spPr/>
      <dgm:t>
        <a:bodyPr/>
        <a:lstStyle/>
        <a:p>
          <a:r>
            <a:rPr lang="en-US" b="0" i="0" dirty="0"/>
            <a:t>The accuracy and reliability of the earthquake detection system</a:t>
          </a:r>
          <a:endParaRPr lang="en-US" dirty="0"/>
        </a:p>
      </dgm:t>
    </dgm:pt>
    <dgm:pt modelId="{AC1FA4A3-80E0-4E1A-A54C-BA20A6D2BF54}" type="parTrans" cxnId="{AB9669EF-A7FE-4087-85E7-BB36FCEB8410}">
      <dgm:prSet/>
      <dgm:spPr/>
      <dgm:t>
        <a:bodyPr/>
        <a:lstStyle/>
        <a:p>
          <a:endParaRPr lang="en-US"/>
        </a:p>
      </dgm:t>
    </dgm:pt>
    <dgm:pt modelId="{BDED98B0-4E21-4B1E-9DE5-CA2FE2DE4153}" type="sibTrans" cxnId="{AB9669EF-A7FE-4087-85E7-BB36FCEB8410}">
      <dgm:prSet/>
      <dgm:spPr/>
      <dgm:t>
        <a:bodyPr/>
        <a:lstStyle/>
        <a:p>
          <a:endParaRPr lang="en-US"/>
        </a:p>
      </dgm:t>
    </dgm:pt>
    <dgm:pt modelId="{70B90F1D-7481-4FB5-9729-DADF2435909E}">
      <dgm:prSet/>
      <dgm:spPr/>
      <dgm:t>
        <a:bodyPr/>
        <a:lstStyle/>
        <a:p>
          <a:r>
            <a:rPr lang="en-US" b="0" i="0" dirty="0"/>
            <a:t>The performance against known earthquake events or standards</a:t>
          </a:r>
          <a:endParaRPr lang="en-US" dirty="0"/>
        </a:p>
      </dgm:t>
    </dgm:pt>
    <dgm:pt modelId="{D8128C41-0BC5-4C1F-969F-1F2FBFB10F13}" type="parTrans" cxnId="{9F5C5D65-BBD3-4313-865D-DAFF515D834A}">
      <dgm:prSet/>
      <dgm:spPr/>
      <dgm:t>
        <a:bodyPr/>
        <a:lstStyle/>
        <a:p>
          <a:endParaRPr lang="en-US"/>
        </a:p>
      </dgm:t>
    </dgm:pt>
    <dgm:pt modelId="{D465009B-11A2-42B1-B54A-E446C6B40F74}" type="sibTrans" cxnId="{9F5C5D65-BBD3-4313-865D-DAFF515D834A}">
      <dgm:prSet/>
      <dgm:spPr/>
      <dgm:t>
        <a:bodyPr/>
        <a:lstStyle/>
        <a:p>
          <a:endParaRPr lang="en-US"/>
        </a:p>
      </dgm:t>
    </dgm:pt>
    <dgm:pt modelId="{E54B5D78-BC85-4BC7-8BFC-A070822FA641}" type="pres">
      <dgm:prSet presAssocID="{8F2F2962-11B9-48ED-9086-D13FF32B19FD}" presName="root" presStyleCnt="0">
        <dgm:presLayoutVars>
          <dgm:dir/>
          <dgm:resizeHandles val="exact"/>
        </dgm:presLayoutVars>
      </dgm:prSet>
      <dgm:spPr/>
    </dgm:pt>
    <dgm:pt modelId="{0DA91B5D-0157-4609-B38B-D6BBE02A7202}" type="pres">
      <dgm:prSet presAssocID="{3E268324-540A-4BC5-A1BF-E5B826BF7A75}" presName="compNode" presStyleCnt="0"/>
      <dgm:spPr/>
    </dgm:pt>
    <dgm:pt modelId="{02DC563E-B2A1-4FA0-90FC-E60A15539457}" type="pres">
      <dgm:prSet presAssocID="{3E268324-540A-4BC5-A1BF-E5B826BF7A75}" presName="bgRect" presStyleLbl="bgShp" presStyleIdx="0" presStyleCnt="3"/>
      <dgm:spPr/>
    </dgm:pt>
    <dgm:pt modelId="{3481C4C5-045E-4058-BDF3-72511616D696}" type="pres">
      <dgm:prSet presAssocID="{3E268324-540A-4BC5-A1BF-E5B826BF7A7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9793EC2-F236-4EE9-ADA0-DF70A1C7EDE1}" type="pres">
      <dgm:prSet presAssocID="{3E268324-540A-4BC5-A1BF-E5B826BF7A75}" presName="spaceRect" presStyleCnt="0"/>
      <dgm:spPr/>
    </dgm:pt>
    <dgm:pt modelId="{DD32225D-9C47-4B3A-A878-1A99244623CC}" type="pres">
      <dgm:prSet presAssocID="{3E268324-540A-4BC5-A1BF-E5B826BF7A75}" presName="parTx" presStyleLbl="revTx" presStyleIdx="0" presStyleCnt="3">
        <dgm:presLayoutVars>
          <dgm:chMax val="0"/>
          <dgm:chPref val="0"/>
        </dgm:presLayoutVars>
      </dgm:prSet>
      <dgm:spPr/>
    </dgm:pt>
    <dgm:pt modelId="{70B4DCBE-C47A-413D-AC13-74ABE89BF4D0}" type="pres">
      <dgm:prSet presAssocID="{9ECBA3CB-8C4C-4836-9143-732BF1E34889}" presName="sibTrans" presStyleCnt="0"/>
      <dgm:spPr/>
    </dgm:pt>
    <dgm:pt modelId="{5E9322BA-4CFA-4F6E-A530-9F36A4382723}" type="pres">
      <dgm:prSet presAssocID="{5B4D601D-10E1-46FA-92AC-AFD038E0559A}" presName="compNode" presStyleCnt="0"/>
      <dgm:spPr/>
    </dgm:pt>
    <dgm:pt modelId="{A8D2E7FE-F3BF-4705-9AF8-2E1422BF4132}" type="pres">
      <dgm:prSet presAssocID="{5B4D601D-10E1-46FA-92AC-AFD038E0559A}" presName="bgRect" presStyleLbl="bgShp" presStyleIdx="1" presStyleCnt="3"/>
      <dgm:spPr/>
    </dgm:pt>
    <dgm:pt modelId="{57CC306B-F451-48E3-B3DB-65C70DFC6C2E}" type="pres">
      <dgm:prSet presAssocID="{5B4D601D-10E1-46FA-92AC-AFD038E055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A976B77-2B54-4DCF-B963-96D63EF32488}" type="pres">
      <dgm:prSet presAssocID="{5B4D601D-10E1-46FA-92AC-AFD038E0559A}" presName="spaceRect" presStyleCnt="0"/>
      <dgm:spPr/>
    </dgm:pt>
    <dgm:pt modelId="{F0F81442-5B58-4437-AAF6-A864737C67D0}" type="pres">
      <dgm:prSet presAssocID="{5B4D601D-10E1-46FA-92AC-AFD038E0559A}" presName="parTx" presStyleLbl="revTx" presStyleIdx="1" presStyleCnt="3">
        <dgm:presLayoutVars>
          <dgm:chMax val="0"/>
          <dgm:chPref val="0"/>
        </dgm:presLayoutVars>
      </dgm:prSet>
      <dgm:spPr/>
    </dgm:pt>
    <dgm:pt modelId="{B8FC7B28-9101-4563-9410-C06857A2F0A5}" type="pres">
      <dgm:prSet presAssocID="{BDED98B0-4E21-4B1E-9DE5-CA2FE2DE4153}" presName="sibTrans" presStyleCnt="0"/>
      <dgm:spPr/>
    </dgm:pt>
    <dgm:pt modelId="{921E1DDB-7CDD-4CFE-B0E8-184F814BDBF6}" type="pres">
      <dgm:prSet presAssocID="{70B90F1D-7481-4FB5-9729-DADF2435909E}" presName="compNode" presStyleCnt="0"/>
      <dgm:spPr/>
    </dgm:pt>
    <dgm:pt modelId="{42075DCF-7606-45EC-9EFA-762C0CECAEE3}" type="pres">
      <dgm:prSet presAssocID="{70B90F1D-7481-4FB5-9729-DADF2435909E}" presName="bgRect" presStyleLbl="bgShp" presStyleIdx="2" presStyleCnt="3"/>
      <dgm:spPr/>
    </dgm:pt>
    <dgm:pt modelId="{EBFAF259-A3B9-4440-8B04-AB91A2D83E6E}" type="pres">
      <dgm:prSet presAssocID="{70B90F1D-7481-4FB5-9729-DADF2435909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6711535-46B4-468F-BB53-910B13547B93}" type="pres">
      <dgm:prSet presAssocID="{70B90F1D-7481-4FB5-9729-DADF2435909E}" presName="spaceRect" presStyleCnt="0"/>
      <dgm:spPr/>
    </dgm:pt>
    <dgm:pt modelId="{D907ECB0-A5F4-43EA-A118-9199CB01272E}" type="pres">
      <dgm:prSet presAssocID="{70B90F1D-7481-4FB5-9729-DADF2435909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F5C5D65-BBD3-4313-865D-DAFF515D834A}" srcId="{8F2F2962-11B9-48ED-9086-D13FF32B19FD}" destId="{70B90F1D-7481-4FB5-9729-DADF2435909E}" srcOrd="2" destOrd="0" parTransId="{D8128C41-0BC5-4C1F-969F-1F2FBFB10F13}" sibTransId="{D465009B-11A2-42B1-B54A-E446C6B40F74}"/>
    <dgm:cxn modelId="{65DF0550-8242-4782-973A-9E2964BCD82A}" type="presOf" srcId="{3E268324-540A-4BC5-A1BF-E5B826BF7A75}" destId="{DD32225D-9C47-4B3A-A878-1A99244623CC}" srcOrd="0" destOrd="0" presId="urn:microsoft.com/office/officeart/2018/2/layout/IconVerticalSolidList"/>
    <dgm:cxn modelId="{9C3D467A-E6D4-4E75-AB28-6DD3C72241A6}" type="presOf" srcId="{8F2F2962-11B9-48ED-9086-D13FF32B19FD}" destId="{E54B5D78-BC85-4BC7-8BFC-A070822FA641}" srcOrd="0" destOrd="0" presId="urn:microsoft.com/office/officeart/2018/2/layout/IconVerticalSolidList"/>
    <dgm:cxn modelId="{6ADA498D-9788-4B72-9EA6-F9C625339B99}" type="presOf" srcId="{5B4D601D-10E1-46FA-92AC-AFD038E0559A}" destId="{F0F81442-5B58-4437-AAF6-A864737C67D0}" srcOrd="0" destOrd="0" presId="urn:microsoft.com/office/officeart/2018/2/layout/IconVerticalSolidList"/>
    <dgm:cxn modelId="{A3BFC7E6-3F81-4150-BD0C-440A974487B0}" type="presOf" srcId="{70B90F1D-7481-4FB5-9729-DADF2435909E}" destId="{D907ECB0-A5F4-43EA-A118-9199CB01272E}" srcOrd="0" destOrd="0" presId="urn:microsoft.com/office/officeart/2018/2/layout/IconVerticalSolidList"/>
    <dgm:cxn modelId="{AB9669EF-A7FE-4087-85E7-BB36FCEB8410}" srcId="{8F2F2962-11B9-48ED-9086-D13FF32B19FD}" destId="{5B4D601D-10E1-46FA-92AC-AFD038E0559A}" srcOrd="1" destOrd="0" parTransId="{AC1FA4A3-80E0-4E1A-A54C-BA20A6D2BF54}" sibTransId="{BDED98B0-4E21-4B1E-9DE5-CA2FE2DE4153}"/>
    <dgm:cxn modelId="{0AA177FD-0718-47B8-B418-A6A323939723}" srcId="{8F2F2962-11B9-48ED-9086-D13FF32B19FD}" destId="{3E268324-540A-4BC5-A1BF-E5B826BF7A75}" srcOrd="0" destOrd="0" parTransId="{D95E8342-6ED9-4C15-903A-69E08440E021}" sibTransId="{9ECBA3CB-8C4C-4836-9143-732BF1E34889}"/>
    <dgm:cxn modelId="{EAF25104-8781-4FF6-8716-526CB46A0F3F}" type="presParOf" srcId="{E54B5D78-BC85-4BC7-8BFC-A070822FA641}" destId="{0DA91B5D-0157-4609-B38B-D6BBE02A7202}" srcOrd="0" destOrd="0" presId="urn:microsoft.com/office/officeart/2018/2/layout/IconVerticalSolidList"/>
    <dgm:cxn modelId="{EE0FC5F2-E723-4A09-A62A-0ACAEF03F108}" type="presParOf" srcId="{0DA91B5D-0157-4609-B38B-D6BBE02A7202}" destId="{02DC563E-B2A1-4FA0-90FC-E60A15539457}" srcOrd="0" destOrd="0" presId="urn:microsoft.com/office/officeart/2018/2/layout/IconVerticalSolidList"/>
    <dgm:cxn modelId="{5C95262E-1188-499D-9108-9C4166887475}" type="presParOf" srcId="{0DA91B5D-0157-4609-B38B-D6BBE02A7202}" destId="{3481C4C5-045E-4058-BDF3-72511616D696}" srcOrd="1" destOrd="0" presId="urn:microsoft.com/office/officeart/2018/2/layout/IconVerticalSolidList"/>
    <dgm:cxn modelId="{C2B2FA29-78E9-41A7-BC5B-4A6A0DCF019D}" type="presParOf" srcId="{0DA91B5D-0157-4609-B38B-D6BBE02A7202}" destId="{B9793EC2-F236-4EE9-ADA0-DF70A1C7EDE1}" srcOrd="2" destOrd="0" presId="urn:microsoft.com/office/officeart/2018/2/layout/IconVerticalSolidList"/>
    <dgm:cxn modelId="{649EF212-1295-4F6E-9995-9A82E0979858}" type="presParOf" srcId="{0DA91B5D-0157-4609-B38B-D6BBE02A7202}" destId="{DD32225D-9C47-4B3A-A878-1A99244623CC}" srcOrd="3" destOrd="0" presId="urn:microsoft.com/office/officeart/2018/2/layout/IconVerticalSolidList"/>
    <dgm:cxn modelId="{43834E2D-CB83-4D94-8262-9F8501681A35}" type="presParOf" srcId="{E54B5D78-BC85-4BC7-8BFC-A070822FA641}" destId="{70B4DCBE-C47A-413D-AC13-74ABE89BF4D0}" srcOrd="1" destOrd="0" presId="urn:microsoft.com/office/officeart/2018/2/layout/IconVerticalSolidList"/>
    <dgm:cxn modelId="{A0F55D7A-12AC-4AFD-97CE-4B0583F86475}" type="presParOf" srcId="{E54B5D78-BC85-4BC7-8BFC-A070822FA641}" destId="{5E9322BA-4CFA-4F6E-A530-9F36A4382723}" srcOrd="2" destOrd="0" presId="urn:microsoft.com/office/officeart/2018/2/layout/IconVerticalSolidList"/>
    <dgm:cxn modelId="{76F527FE-6C68-409B-B67F-4A4BEF1A5C68}" type="presParOf" srcId="{5E9322BA-4CFA-4F6E-A530-9F36A4382723}" destId="{A8D2E7FE-F3BF-4705-9AF8-2E1422BF4132}" srcOrd="0" destOrd="0" presId="urn:microsoft.com/office/officeart/2018/2/layout/IconVerticalSolidList"/>
    <dgm:cxn modelId="{9816D746-B67F-49A8-90EB-57C41EDBF9D7}" type="presParOf" srcId="{5E9322BA-4CFA-4F6E-A530-9F36A4382723}" destId="{57CC306B-F451-48E3-B3DB-65C70DFC6C2E}" srcOrd="1" destOrd="0" presId="urn:microsoft.com/office/officeart/2018/2/layout/IconVerticalSolidList"/>
    <dgm:cxn modelId="{38C05CAF-5119-4CCD-BECD-E3FC77F05AC9}" type="presParOf" srcId="{5E9322BA-4CFA-4F6E-A530-9F36A4382723}" destId="{1A976B77-2B54-4DCF-B963-96D63EF32488}" srcOrd="2" destOrd="0" presId="urn:microsoft.com/office/officeart/2018/2/layout/IconVerticalSolidList"/>
    <dgm:cxn modelId="{5479F697-0E90-4F76-983E-45775FF9C2DF}" type="presParOf" srcId="{5E9322BA-4CFA-4F6E-A530-9F36A4382723}" destId="{F0F81442-5B58-4437-AAF6-A864737C67D0}" srcOrd="3" destOrd="0" presId="urn:microsoft.com/office/officeart/2018/2/layout/IconVerticalSolidList"/>
    <dgm:cxn modelId="{1397178F-8DDF-432F-8D8F-DF2540027C88}" type="presParOf" srcId="{E54B5D78-BC85-4BC7-8BFC-A070822FA641}" destId="{B8FC7B28-9101-4563-9410-C06857A2F0A5}" srcOrd="3" destOrd="0" presId="urn:microsoft.com/office/officeart/2018/2/layout/IconVerticalSolidList"/>
    <dgm:cxn modelId="{20442BA7-9635-4BC5-B82A-E7E11199D893}" type="presParOf" srcId="{E54B5D78-BC85-4BC7-8BFC-A070822FA641}" destId="{921E1DDB-7CDD-4CFE-B0E8-184F814BDBF6}" srcOrd="4" destOrd="0" presId="urn:microsoft.com/office/officeart/2018/2/layout/IconVerticalSolidList"/>
    <dgm:cxn modelId="{698BE02A-A984-4434-BDF4-76A068CDC796}" type="presParOf" srcId="{921E1DDB-7CDD-4CFE-B0E8-184F814BDBF6}" destId="{42075DCF-7606-45EC-9EFA-762C0CECAEE3}" srcOrd="0" destOrd="0" presId="urn:microsoft.com/office/officeart/2018/2/layout/IconVerticalSolidList"/>
    <dgm:cxn modelId="{B14F4DCA-46F4-42C8-949C-95B48F3FEF19}" type="presParOf" srcId="{921E1DDB-7CDD-4CFE-B0E8-184F814BDBF6}" destId="{EBFAF259-A3B9-4440-8B04-AB91A2D83E6E}" srcOrd="1" destOrd="0" presId="urn:microsoft.com/office/officeart/2018/2/layout/IconVerticalSolidList"/>
    <dgm:cxn modelId="{B3BB8BE3-14C5-414F-B7F6-148F8D6C0CC3}" type="presParOf" srcId="{921E1DDB-7CDD-4CFE-B0E8-184F814BDBF6}" destId="{86711535-46B4-468F-BB53-910B13547B93}" srcOrd="2" destOrd="0" presId="urn:microsoft.com/office/officeart/2018/2/layout/IconVerticalSolidList"/>
    <dgm:cxn modelId="{D8CC543F-A2B5-4A34-9DCA-B19A130D08AB}" type="presParOf" srcId="{921E1DDB-7CDD-4CFE-B0E8-184F814BDBF6}" destId="{D907ECB0-A5F4-43EA-A118-9199CB0127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5531EF-4A79-4D82-A5CF-2F70F95724AF}" type="doc">
      <dgm:prSet loTypeId="urn:microsoft.com/office/officeart/2016/7/layout/LinearBlockProcessNumbered" loCatId="process" qsTypeId="urn:microsoft.com/office/officeart/2005/8/quickstyle/simple4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840B1C93-7F07-4E9B-8EC1-7089271ED8C8}">
      <dgm:prSet/>
      <dgm:spPr/>
      <dgm:t>
        <a:bodyPr/>
        <a:lstStyle/>
        <a:p>
          <a:r>
            <a:rPr lang="en-US" b="0" i="0" dirty="0"/>
            <a:t>Potential applications of the earthquake detection system</a:t>
          </a:r>
          <a:endParaRPr lang="en-US" dirty="0"/>
        </a:p>
      </dgm:t>
    </dgm:pt>
    <dgm:pt modelId="{1E50414F-CDA7-4E13-924C-4619FFF0CD2D}" type="parTrans" cxnId="{FC0E23E6-FC8B-4B70-9C40-96743B1A7531}">
      <dgm:prSet/>
      <dgm:spPr/>
      <dgm:t>
        <a:bodyPr/>
        <a:lstStyle/>
        <a:p>
          <a:endParaRPr lang="en-US"/>
        </a:p>
      </dgm:t>
    </dgm:pt>
    <dgm:pt modelId="{8999A9B9-B6E8-402F-AC30-0E95125FB9AD}" type="sibTrans" cxnId="{FC0E23E6-FC8B-4B70-9C40-96743B1A753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81D4D20-AC08-479F-BC80-0DE4ACEA78C9}">
      <dgm:prSet/>
      <dgm:spPr/>
      <dgm:t>
        <a:bodyPr/>
        <a:lstStyle/>
        <a:p>
          <a:r>
            <a:rPr lang="en-US" b="0" i="0" dirty="0"/>
            <a:t>Opportunities for further improvements or enhancements</a:t>
          </a:r>
          <a:endParaRPr lang="en-US" dirty="0"/>
        </a:p>
      </dgm:t>
    </dgm:pt>
    <dgm:pt modelId="{A593419F-1DDD-4C51-86BA-91A738B2984C}" type="parTrans" cxnId="{ED4491C4-B3AA-49B0-8416-992A51ADACA4}">
      <dgm:prSet/>
      <dgm:spPr/>
      <dgm:t>
        <a:bodyPr/>
        <a:lstStyle/>
        <a:p>
          <a:endParaRPr lang="en-US"/>
        </a:p>
      </dgm:t>
    </dgm:pt>
    <dgm:pt modelId="{43A3EE9D-D6DF-45F3-8BB5-52AEE367CEE4}" type="sibTrans" cxnId="{ED4491C4-B3AA-49B0-8416-992A51ADACA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CD4A5FE-EDE5-43AB-BEEC-C6B53D8CEF54}">
      <dgm:prSet/>
      <dgm:spPr/>
      <dgm:t>
        <a:bodyPr/>
        <a:lstStyle/>
        <a:p>
          <a:r>
            <a:rPr lang="en-US" b="0" i="0" dirty="0"/>
            <a:t>The importance of real-time monitoring and early warning systems</a:t>
          </a:r>
          <a:endParaRPr lang="en-US" dirty="0"/>
        </a:p>
      </dgm:t>
    </dgm:pt>
    <dgm:pt modelId="{7506356C-768D-4628-ACBD-7438F3D8F51B}" type="parTrans" cxnId="{47B0E294-0A6F-4EFF-8081-2E56753FA054}">
      <dgm:prSet/>
      <dgm:spPr/>
      <dgm:t>
        <a:bodyPr/>
        <a:lstStyle/>
        <a:p>
          <a:endParaRPr lang="en-US"/>
        </a:p>
      </dgm:t>
    </dgm:pt>
    <dgm:pt modelId="{F38DAE8F-25B5-4E16-893E-93CC47A232BC}" type="sibTrans" cxnId="{47B0E294-0A6F-4EFF-8081-2E56753FA05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BAFBD76-D262-4331-A8CA-D25B2D530F6B}" type="pres">
      <dgm:prSet presAssocID="{D55531EF-4A79-4D82-A5CF-2F70F95724AF}" presName="Name0" presStyleCnt="0">
        <dgm:presLayoutVars>
          <dgm:animLvl val="lvl"/>
          <dgm:resizeHandles val="exact"/>
        </dgm:presLayoutVars>
      </dgm:prSet>
      <dgm:spPr/>
    </dgm:pt>
    <dgm:pt modelId="{5F5183A0-4909-485B-8933-44E379DD2146}" type="pres">
      <dgm:prSet presAssocID="{840B1C93-7F07-4E9B-8EC1-7089271ED8C8}" presName="compositeNode" presStyleCnt="0">
        <dgm:presLayoutVars>
          <dgm:bulletEnabled val="1"/>
        </dgm:presLayoutVars>
      </dgm:prSet>
      <dgm:spPr/>
    </dgm:pt>
    <dgm:pt modelId="{E8F1DE2C-8E8E-4F1F-A847-8A6D1DF6A414}" type="pres">
      <dgm:prSet presAssocID="{840B1C93-7F07-4E9B-8EC1-7089271ED8C8}" presName="bgRect" presStyleLbl="alignNode1" presStyleIdx="0" presStyleCnt="3"/>
      <dgm:spPr/>
    </dgm:pt>
    <dgm:pt modelId="{365FD196-0762-4865-8BEB-54AF39B57C1D}" type="pres">
      <dgm:prSet presAssocID="{8999A9B9-B6E8-402F-AC30-0E95125FB9A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D1BBC912-97D7-43C1-AE2D-322E6BF76867}" type="pres">
      <dgm:prSet presAssocID="{840B1C93-7F07-4E9B-8EC1-7089271ED8C8}" presName="nodeRect" presStyleLbl="alignNode1" presStyleIdx="0" presStyleCnt="3">
        <dgm:presLayoutVars>
          <dgm:bulletEnabled val="1"/>
        </dgm:presLayoutVars>
      </dgm:prSet>
      <dgm:spPr/>
    </dgm:pt>
    <dgm:pt modelId="{25AB62FA-CE56-4670-AD60-873209C572B5}" type="pres">
      <dgm:prSet presAssocID="{8999A9B9-B6E8-402F-AC30-0E95125FB9AD}" presName="sibTrans" presStyleCnt="0"/>
      <dgm:spPr/>
    </dgm:pt>
    <dgm:pt modelId="{F4EEF29E-FF61-40BF-9C7A-20BD2F88C4F8}" type="pres">
      <dgm:prSet presAssocID="{A81D4D20-AC08-479F-BC80-0DE4ACEA78C9}" presName="compositeNode" presStyleCnt="0">
        <dgm:presLayoutVars>
          <dgm:bulletEnabled val="1"/>
        </dgm:presLayoutVars>
      </dgm:prSet>
      <dgm:spPr/>
    </dgm:pt>
    <dgm:pt modelId="{623CA8E0-C9DB-4EF1-A94D-793F46DB7A9E}" type="pres">
      <dgm:prSet presAssocID="{A81D4D20-AC08-479F-BC80-0DE4ACEA78C9}" presName="bgRect" presStyleLbl="alignNode1" presStyleIdx="1" presStyleCnt="3"/>
      <dgm:spPr/>
    </dgm:pt>
    <dgm:pt modelId="{48C44382-47A4-4967-8CAE-E7DBB13E7C70}" type="pres">
      <dgm:prSet presAssocID="{43A3EE9D-D6DF-45F3-8BB5-52AEE367CEE4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B53567B4-6730-4133-A71C-B08F58207BA0}" type="pres">
      <dgm:prSet presAssocID="{A81D4D20-AC08-479F-BC80-0DE4ACEA78C9}" presName="nodeRect" presStyleLbl="alignNode1" presStyleIdx="1" presStyleCnt="3">
        <dgm:presLayoutVars>
          <dgm:bulletEnabled val="1"/>
        </dgm:presLayoutVars>
      </dgm:prSet>
      <dgm:spPr/>
    </dgm:pt>
    <dgm:pt modelId="{2EACEEEB-FD81-4634-B0BD-F8553DA6508C}" type="pres">
      <dgm:prSet presAssocID="{43A3EE9D-D6DF-45F3-8BB5-52AEE367CEE4}" presName="sibTrans" presStyleCnt="0"/>
      <dgm:spPr/>
    </dgm:pt>
    <dgm:pt modelId="{560E5B05-14CD-4EB0-9FE2-12E0BA38E1D4}" type="pres">
      <dgm:prSet presAssocID="{2CD4A5FE-EDE5-43AB-BEEC-C6B53D8CEF54}" presName="compositeNode" presStyleCnt="0">
        <dgm:presLayoutVars>
          <dgm:bulletEnabled val="1"/>
        </dgm:presLayoutVars>
      </dgm:prSet>
      <dgm:spPr/>
    </dgm:pt>
    <dgm:pt modelId="{734BDE21-1FAE-47AC-BA25-567859FCA7AC}" type="pres">
      <dgm:prSet presAssocID="{2CD4A5FE-EDE5-43AB-BEEC-C6B53D8CEF54}" presName="bgRect" presStyleLbl="alignNode1" presStyleIdx="2" presStyleCnt="3"/>
      <dgm:spPr/>
    </dgm:pt>
    <dgm:pt modelId="{5816AEA0-875A-48DF-B44C-011B752CBD9D}" type="pres">
      <dgm:prSet presAssocID="{F38DAE8F-25B5-4E16-893E-93CC47A232BC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1826711A-69A8-4941-A02A-A8C230D6AF2D}" type="pres">
      <dgm:prSet presAssocID="{2CD4A5FE-EDE5-43AB-BEEC-C6B53D8CEF54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CE4DD40E-2838-4104-9936-21823439A4DB}" type="presOf" srcId="{A81D4D20-AC08-479F-BC80-0DE4ACEA78C9}" destId="{B53567B4-6730-4133-A71C-B08F58207BA0}" srcOrd="1" destOrd="0" presId="urn:microsoft.com/office/officeart/2016/7/layout/LinearBlockProcessNumbered"/>
    <dgm:cxn modelId="{39C4D12D-1E74-4786-89B8-31703205EC5E}" type="presOf" srcId="{2CD4A5FE-EDE5-43AB-BEEC-C6B53D8CEF54}" destId="{1826711A-69A8-4941-A02A-A8C230D6AF2D}" srcOrd="1" destOrd="0" presId="urn:microsoft.com/office/officeart/2016/7/layout/LinearBlockProcessNumbered"/>
    <dgm:cxn modelId="{9C399135-54A7-4289-B3BC-EA12FBF6F52B}" type="presOf" srcId="{43A3EE9D-D6DF-45F3-8BB5-52AEE367CEE4}" destId="{48C44382-47A4-4967-8CAE-E7DBB13E7C70}" srcOrd="0" destOrd="0" presId="urn:microsoft.com/office/officeart/2016/7/layout/LinearBlockProcessNumbered"/>
    <dgm:cxn modelId="{7961DE6D-56A7-45CC-AE66-DCEC5A1E62E1}" type="presOf" srcId="{840B1C93-7F07-4E9B-8EC1-7089271ED8C8}" destId="{E8F1DE2C-8E8E-4F1F-A847-8A6D1DF6A414}" srcOrd="0" destOrd="0" presId="urn:microsoft.com/office/officeart/2016/7/layout/LinearBlockProcessNumbered"/>
    <dgm:cxn modelId="{069E6170-FDC9-4C66-8C66-B01EE96EB527}" type="presOf" srcId="{840B1C93-7F07-4E9B-8EC1-7089271ED8C8}" destId="{D1BBC912-97D7-43C1-AE2D-322E6BF76867}" srcOrd="1" destOrd="0" presId="urn:microsoft.com/office/officeart/2016/7/layout/LinearBlockProcessNumbered"/>
    <dgm:cxn modelId="{D6E27B56-2782-4144-B34C-971422449CDF}" type="presOf" srcId="{2CD4A5FE-EDE5-43AB-BEEC-C6B53D8CEF54}" destId="{734BDE21-1FAE-47AC-BA25-567859FCA7AC}" srcOrd="0" destOrd="0" presId="urn:microsoft.com/office/officeart/2016/7/layout/LinearBlockProcessNumbered"/>
    <dgm:cxn modelId="{47B0E294-0A6F-4EFF-8081-2E56753FA054}" srcId="{D55531EF-4A79-4D82-A5CF-2F70F95724AF}" destId="{2CD4A5FE-EDE5-43AB-BEEC-C6B53D8CEF54}" srcOrd="2" destOrd="0" parTransId="{7506356C-768D-4628-ACBD-7438F3D8F51B}" sibTransId="{F38DAE8F-25B5-4E16-893E-93CC47A232BC}"/>
    <dgm:cxn modelId="{B28986BF-DF07-4A94-A6FB-82814AF968F0}" type="presOf" srcId="{F38DAE8F-25B5-4E16-893E-93CC47A232BC}" destId="{5816AEA0-875A-48DF-B44C-011B752CBD9D}" srcOrd="0" destOrd="0" presId="urn:microsoft.com/office/officeart/2016/7/layout/LinearBlockProcessNumbered"/>
    <dgm:cxn modelId="{A59165C4-4D1C-4279-BF69-7EA9C890A7EF}" type="presOf" srcId="{D55531EF-4A79-4D82-A5CF-2F70F95724AF}" destId="{8BAFBD76-D262-4331-A8CA-D25B2D530F6B}" srcOrd="0" destOrd="0" presId="urn:microsoft.com/office/officeart/2016/7/layout/LinearBlockProcessNumbered"/>
    <dgm:cxn modelId="{ED4491C4-B3AA-49B0-8416-992A51ADACA4}" srcId="{D55531EF-4A79-4D82-A5CF-2F70F95724AF}" destId="{A81D4D20-AC08-479F-BC80-0DE4ACEA78C9}" srcOrd="1" destOrd="0" parTransId="{A593419F-1DDD-4C51-86BA-91A738B2984C}" sibTransId="{43A3EE9D-D6DF-45F3-8BB5-52AEE367CEE4}"/>
    <dgm:cxn modelId="{235C0AD2-24D2-4DF6-882A-56316BAE80FB}" type="presOf" srcId="{8999A9B9-B6E8-402F-AC30-0E95125FB9AD}" destId="{365FD196-0762-4865-8BEB-54AF39B57C1D}" srcOrd="0" destOrd="0" presId="urn:microsoft.com/office/officeart/2016/7/layout/LinearBlockProcessNumbered"/>
    <dgm:cxn modelId="{03F3FBDF-2E28-4BBF-8602-D5D93FFA417B}" type="presOf" srcId="{A81D4D20-AC08-479F-BC80-0DE4ACEA78C9}" destId="{623CA8E0-C9DB-4EF1-A94D-793F46DB7A9E}" srcOrd="0" destOrd="0" presId="urn:microsoft.com/office/officeart/2016/7/layout/LinearBlockProcessNumbered"/>
    <dgm:cxn modelId="{FC0E23E6-FC8B-4B70-9C40-96743B1A7531}" srcId="{D55531EF-4A79-4D82-A5CF-2F70F95724AF}" destId="{840B1C93-7F07-4E9B-8EC1-7089271ED8C8}" srcOrd="0" destOrd="0" parTransId="{1E50414F-CDA7-4E13-924C-4619FFF0CD2D}" sibTransId="{8999A9B9-B6E8-402F-AC30-0E95125FB9AD}"/>
    <dgm:cxn modelId="{08EE9186-E671-4CED-BF79-86CA9A53CBE1}" type="presParOf" srcId="{8BAFBD76-D262-4331-A8CA-D25B2D530F6B}" destId="{5F5183A0-4909-485B-8933-44E379DD2146}" srcOrd="0" destOrd="0" presId="urn:microsoft.com/office/officeart/2016/7/layout/LinearBlockProcessNumbered"/>
    <dgm:cxn modelId="{A96EBDF4-599D-40DA-9609-EB02DA7E6EEA}" type="presParOf" srcId="{5F5183A0-4909-485B-8933-44E379DD2146}" destId="{E8F1DE2C-8E8E-4F1F-A847-8A6D1DF6A414}" srcOrd="0" destOrd="0" presId="urn:microsoft.com/office/officeart/2016/7/layout/LinearBlockProcessNumbered"/>
    <dgm:cxn modelId="{CCB2D227-0BD5-4986-A1A9-1FF3FE08FE1A}" type="presParOf" srcId="{5F5183A0-4909-485B-8933-44E379DD2146}" destId="{365FD196-0762-4865-8BEB-54AF39B57C1D}" srcOrd="1" destOrd="0" presId="urn:microsoft.com/office/officeart/2016/7/layout/LinearBlockProcessNumbered"/>
    <dgm:cxn modelId="{F59D4186-5E3C-4358-9465-24BCA2F5118A}" type="presParOf" srcId="{5F5183A0-4909-485B-8933-44E379DD2146}" destId="{D1BBC912-97D7-43C1-AE2D-322E6BF76867}" srcOrd="2" destOrd="0" presId="urn:microsoft.com/office/officeart/2016/7/layout/LinearBlockProcessNumbered"/>
    <dgm:cxn modelId="{46516695-6FDA-4CF7-AAAE-D601C4D3C588}" type="presParOf" srcId="{8BAFBD76-D262-4331-A8CA-D25B2D530F6B}" destId="{25AB62FA-CE56-4670-AD60-873209C572B5}" srcOrd="1" destOrd="0" presId="urn:microsoft.com/office/officeart/2016/7/layout/LinearBlockProcessNumbered"/>
    <dgm:cxn modelId="{9530283E-1DC0-41A9-93D8-429FC811D28B}" type="presParOf" srcId="{8BAFBD76-D262-4331-A8CA-D25B2D530F6B}" destId="{F4EEF29E-FF61-40BF-9C7A-20BD2F88C4F8}" srcOrd="2" destOrd="0" presId="urn:microsoft.com/office/officeart/2016/7/layout/LinearBlockProcessNumbered"/>
    <dgm:cxn modelId="{16A4B9E1-CB20-438B-94ED-33481EBDD4E9}" type="presParOf" srcId="{F4EEF29E-FF61-40BF-9C7A-20BD2F88C4F8}" destId="{623CA8E0-C9DB-4EF1-A94D-793F46DB7A9E}" srcOrd="0" destOrd="0" presId="urn:microsoft.com/office/officeart/2016/7/layout/LinearBlockProcessNumbered"/>
    <dgm:cxn modelId="{E7816AAD-7487-4062-A57B-C9D9ABD256BB}" type="presParOf" srcId="{F4EEF29E-FF61-40BF-9C7A-20BD2F88C4F8}" destId="{48C44382-47A4-4967-8CAE-E7DBB13E7C70}" srcOrd="1" destOrd="0" presId="urn:microsoft.com/office/officeart/2016/7/layout/LinearBlockProcessNumbered"/>
    <dgm:cxn modelId="{70A388B3-B269-4EEA-B403-5406DCDD86AE}" type="presParOf" srcId="{F4EEF29E-FF61-40BF-9C7A-20BD2F88C4F8}" destId="{B53567B4-6730-4133-A71C-B08F58207BA0}" srcOrd="2" destOrd="0" presId="urn:microsoft.com/office/officeart/2016/7/layout/LinearBlockProcessNumbered"/>
    <dgm:cxn modelId="{792F46D9-FCBA-4F9B-80E3-0A67B20E4FAD}" type="presParOf" srcId="{8BAFBD76-D262-4331-A8CA-D25B2D530F6B}" destId="{2EACEEEB-FD81-4634-B0BD-F8553DA6508C}" srcOrd="3" destOrd="0" presId="urn:microsoft.com/office/officeart/2016/7/layout/LinearBlockProcessNumbered"/>
    <dgm:cxn modelId="{2793D954-1986-4265-991E-8000AACECA41}" type="presParOf" srcId="{8BAFBD76-D262-4331-A8CA-D25B2D530F6B}" destId="{560E5B05-14CD-4EB0-9FE2-12E0BA38E1D4}" srcOrd="4" destOrd="0" presId="urn:microsoft.com/office/officeart/2016/7/layout/LinearBlockProcessNumbered"/>
    <dgm:cxn modelId="{D6E61C1F-FDE7-4EFF-A43D-B78D85C00047}" type="presParOf" srcId="{560E5B05-14CD-4EB0-9FE2-12E0BA38E1D4}" destId="{734BDE21-1FAE-47AC-BA25-567859FCA7AC}" srcOrd="0" destOrd="0" presId="urn:microsoft.com/office/officeart/2016/7/layout/LinearBlockProcessNumbered"/>
    <dgm:cxn modelId="{4BC9F3BD-5F70-4E3E-B5D9-DEC0806BABCD}" type="presParOf" srcId="{560E5B05-14CD-4EB0-9FE2-12E0BA38E1D4}" destId="{5816AEA0-875A-48DF-B44C-011B752CBD9D}" srcOrd="1" destOrd="0" presId="urn:microsoft.com/office/officeart/2016/7/layout/LinearBlockProcessNumbered"/>
    <dgm:cxn modelId="{F116D65A-8212-4693-A568-D94DFB38BAA8}" type="presParOf" srcId="{560E5B05-14CD-4EB0-9FE2-12E0BA38E1D4}" destId="{1826711A-69A8-4941-A02A-A8C230D6AF2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E7610-5F35-4F66-B05C-7FFDF42043CE}">
      <dsp:nvSpPr>
        <dsp:cNvPr id="0" name=""/>
        <dsp:cNvSpPr/>
      </dsp:nvSpPr>
      <dsp:spPr>
        <a:xfrm>
          <a:off x="0" y="572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8A5D1-5AF2-45A1-AE51-F56ED0C218B4}">
      <dsp:nvSpPr>
        <dsp:cNvPr id="0" name=""/>
        <dsp:cNvSpPr/>
      </dsp:nvSpPr>
      <dsp:spPr>
        <a:xfrm>
          <a:off x="404961" y="301782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E8203-1363-45FA-8D2D-387C72B7C414}">
      <dsp:nvSpPr>
        <dsp:cNvPr id="0" name=""/>
        <dsp:cNvSpPr/>
      </dsp:nvSpPr>
      <dsp:spPr>
        <a:xfrm>
          <a:off x="1546215" y="572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Title of the presentation: "Earthquake Detector using MPU6050 Sensor"</a:t>
          </a:r>
          <a:endParaRPr lang="en-US" sz="2500" kern="1200" dirty="0"/>
        </a:p>
      </dsp:txBody>
      <dsp:txXfrm>
        <a:off x="1546215" y="572"/>
        <a:ext cx="4360112" cy="1338714"/>
      </dsp:txXfrm>
    </dsp:sp>
    <dsp:sp modelId="{7604B6CD-FEA2-4D98-A69E-6537830F4D83}">
      <dsp:nvSpPr>
        <dsp:cNvPr id="0" name=""/>
        <dsp:cNvSpPr/>
      </dsp:nvSpPr>
      <dsp:spPr>
        <a:xfrm>
          <a:off x="0" y="1673965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D2D5A-BDAD-4679-AE1C-23D7C9757395}">
      <dsp:nvSpPr>
        <dsp:cNvPr id="0" name=""/>
        <dsp:cNvSpPr/>
      </dsp:nvSpPr>
      <dsp:spPr>
        <a:xfrm>
          <a:off x="404961" y="1975176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E6F8A-2A94-46B7-8B55-924BD45635B1}">
      <dsp:nvSpPr>
        <dsp:cNvPr id="0" name=""/>
        <dsp:cNvSpPr/>
      </dsp:nvSpPr>
      <dsp:spPr>
        <a:xfrm>
          <a:off x="1546215" y="1673965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Introduction</a:t>
          </a:r>
          <a:endParaRPr lang="en-US" sz="2500" kern="1200" dirty="0"/>
        </a:p>
      </dsp:txBody>
      <dsp:txXfrm>
        <a:off x="1546215" y="1673965"/>
        <a:ext cx="4360112" cy="1338714"/>
      </dsp:txXfrm>
    </dsp:sp>
    <dsp:sp modelId="{8F3C8C47-425E-4691-9D8B-20D1114BDA88}">
      <dsp:nvSpPr>
        <dsp:cNvPr id="0" name=""/>
        <dsp:cNvSpPr/>
      </dsp:nvSpPr>
      <dsp:spPr>
        <a:xfrm>
          <a:off x="0" y="3347358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A10708-FC07-4E3A-879C-6C50585EB277}">
      <dsp:nvSpPr>
        <dsp:cNvPr id="0" name=""/>
        <dsp:cNvSpPr/>
      </dsp:nvSpPr>
      <dsp:spPr>
        <a:xfrm>
          <a:off x="404961" y="3648569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4B20C-FD56-497C-B3C4-A664F0632E6C}">
      <dsp:nvSpPr>
        <dsp:cNvPr id="0" name=""/>
        <dsp:cNvSpPr/>
      </dsp:nvSpPr>
      <dsp:spPr>
        <a:xfrm>
          <a:off x="1546215" y="3347358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The importance of earthquake detection and monitoring</a:t>
          </a:r>
          <a:endParaRPr lang="en-US" sz="2500" kern="1200" dirty="0"/>
        </a:p>
      </dsp:txBody>
      <dsp:txXfrm>
        <a:off x="1546215" y="3347358"/>
        <a:ext cx="4360112" cy="1338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D108C-FC76-4371-AD87-D06B0EEB15BF}">
      <dsp:nvSpPr>
        <dsp:cNvPr id="0" name=""/>
        <dsp:cNvSpPr/>
      </dsp:nvSpPr>
      <dsp:spPr>
        <a:xfrm>
          <a:off x="0" y="572"/>
          <a:ext cx="5906327" cy="13387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71843-FDFE-4C57-96D0-10170451F095}">
      <dsp:nvSpPr>
        <dsp:cNvPr id="0" name=""/>
        <dsp:cNvSpPr/>
      </dsp:nvSpPr>
      <dsp:spPr>
        <a:xfrm>
          <a:off x="404961" y="301782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70601-68CB-480A-B12F-0A9E9B6A88CF}">
      <dsp:nvSpPr>
        <dsp:cNvPr id="0" name=""/>
        <dsp:cNvSpPr/>
      </dsp:nvSpPr>
      <dsp:spPr>
        <a:xfrm>
          <a:off x="1546215" y="572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Earthquake detecting</a:t>
          </a:r>
        </a:p>
      </dsp:txBody>
      <dsp:txXfrm>
        <a:off x="1546215" y="572"/>
        <a:ext cx="4360112" cy="1338714"/>
      </dsp:txXfrm>
    </dsp:sp>
    <dsp:sp modelId="{BAB64799-9530-48ED-8C64-C7AD0AD815B7}">
      <dsp:nvSpPr>
        <dsp:cNvPr id="0" name=""/>
        <dsp:cNvSpPr/>
      </dsp:nvSpPr>
      <dsp:spPr>
        <a:xfrm>
          <a:off x="0" y="1673965"/>
          <a:ext cx="5906327" cy="13387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7EAB1-B038-4103-B024-094A9A372B6A}">
      <dsp:nvSpPr>
        <dsp:cNvPr id="0" name=""/>
        <dsp:cNvSpPr/>
      </dsp:nvSpPr>
      <dsp:spPr>
        <a:xfrm>
          <a:off x="404961" y="1975176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78D57-9EB6-4C7D-8509-BDB88E69AC4D}">
      <dsp:nvSpPr>
        <dsp:cNvPr id="0" name=""/>
        <dsp:cNvSpPr/>
      </dsp:nvSpPr>
      <dsp:spPr>
        <a:xfrm>
          <a:off x="1546215" y="1673965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the purpose of building an earthquake detector using the MPU6050 sensor</a:t>
          </a:r>
          <a:endParaRPr lang="en-US" sz="2500" kern="1200" dirty="0"/>
        </a:p>
      </dsp:txBody>
      <dsp:txXfrm>
        <a:off x="1546215" y="1673965"/>
        <a:ext cx="4360112" cy="1338714"/>
      </dsp:txXfrm>
    </dsp:sp>
    <dsp:sp modelId="{FCC80DAA-0B87-4193-95AE-E68FACAB42A6}">
      <dsp:nvSpPr>
        <dsp:cNvPr id="0" name=""/>
        <dsp:cNvSpPr/>
      </dsp:nvSpPr>
      <dsp:spPr>
        <a:xfrm>
          <a:off x="0" y="3347358"/>
          <a:ext cx="5906327" cy="13387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4364C-CAD6-4952-9D57-0387E9CB6CC8}">
      <dsp:nvSpPr>
        <dsp:cNvPr id="0" name=""/>
        <dsp:cNvSpPr/>
      </dsp:nvSpPr>
      <dsp:spPr>
        <a:xfrm>
          <a:off x="404961" y="3648569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AF944-1017-4FD8-954D-135AA9359816}">
      <dsp:nvSpPr>
        <dsp:cNvPr id="0" name=""/>
        <dsp:cNvSpPr/>
      </dsp:nvSpPr>
      <dsp:spPr>
        <a:xfrm>
          <a:off x="1546215" y="3347358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The benefits and applications of such a system</a:t>
          </a:r>
          <a:endParaRPr lang="en-US" sz="2500" kern="1200" dirty="0"/>
        </a:p>
      </dsp:txBody>
      <dsp:txXfrm>
        <a:off x="1546215" y="3347358"/>
        <a:ext cx="4360112" cy="13387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9E21E-1D26-4FAE-85E8-F62E2C4EDF5B}">
      <dsp:nvSpPr>
        <dsp:cNvPr id="0" name=""/>
        <dsp:cNvSpPr/>
      </dsp:nvSpPr>
      <dsp:spPr>
        <a:xfrm>
          <a:off x="614850" y="35407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92DBCF-2372-4C6F-822E-5194E05D4487}">
      <dsp:nvSpPr>
        <dsp:cNvPr id="0" name=""/>
        <dsp:cNvSpPr/>
      </dsp:nvSpPr>
      <dsp:spPr>
        <a:xfrm>
          <a:off x="1024350" y="444907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09373-C4C2-4C31-868C-2DECB8D75D2B}">
      <dsp:nvSpPr>
        <dsp:cNvPr id="0" name=""/>
        <dsp:cNvSpPr/>
      </dsp:nvSpPr>
      <dsp:spPr>
        <a:xfrm>
          <a:off x="600" y="2555408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dirty="0"/>
            <a:t>introduction to the MPU6050 sensor</a:t>
          </a:r>
          <a:endParaRPr lang="en-US" sz="2000" kern="1200" dirty="0"/>
        </a:p>
      </dsp:txBody>
      <dsp:txXfrm>
        <a:off x="600" y="2555408"/>
        <a:ext cx="3150000" cy="720000"/>
      </dsp:txXfrm>
    </dsp:sp>
    <dsp:sp modelId="{1EC7C56E-390F-4E13-A091-354F95B99975}">
      <dsp:nvSpPr>
        <dsp:cNvPr id="0" name=""/>
        <dsp:cNvSpPr/>
      </dsp:nvSpPr>
      <dsp:spPr>
        <a:xfrm>
          <a:off x="4316100" y="35407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44C35E-4C93-45CB-BE06-40DD2CB4B0A7}">
      <dsp:nvSpPr>
        <dsp:cNvPr id="0" name=""/>
        <dsp:cNvSpPr/>
      </dsp:nvSpPr>
      <dsp:spPr>
        <a:xfrm>
          <a:off x="4725600" y="444907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67F1C-0709-4BA4-82EB-5C9FABA6AE29}">
      <dsp:nvSpPr>
        <dsp:cNvPr id="0" name=""/>
        <dsp:cNvSpPr/>
      </dsp:nvSpPr>
      <dsp:spPr>
        <a:xfrm>
          <a:off x="3701850" y="2555408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/>
            <a:t>Features and capabilities</a:t>
          </a:r>
          <a:endParaRPr lang="en-US" sz="2000" kern="1200"/>
        </a:p>
      </dsp:txBody>
      <dsp:txXfrm>
        <a:off x="3701850" y="2555408"/>
        <a:ext cx="3150000" cy="720000"/>
      </dsp:txXfrm>
    </dsp:sp>
    <dsp:sp modelId="{518081BC-111B-47D5-970C-58DE7D51D016}">
      <dsp:nvSpPr>
        <dsp:cNvPr id="0" name=""/>
        <dsp:cNvSpPr/>
      </dsp:nvSpPr>
      <dsp:spPr>
        <a:xfrm>
          <a:off x="8017350" y="35407"/>
          <a:ext cx="1921500" cy="1921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68E2BB-3360-46E8-A409-602CB63AA9DD}">
      <dsp:nvSpPr>
        <dsp:cNvPr id="0" name=""/>
        <dsp:cNvSpPr/>
      </dsp:nvSpPr>
      <dsp:spPr>
        <a:xfrm>
          <a:off x="8426850" y="444907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32372-9FD1-42D4-8572-340F928A4C04}">
      <dsp:nvSpPr>
        <dsp:cNvPr id="0" name=""/>
        <dsp:cNvSpPr/>
      </dsp:nvSpPr>
      <dsp:spPr>
        <a:xfrm>
          <a:off x="7403100" y="2555408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b="0" i="0" kern="1200" dirty="0"/>
            <a:t>The working principle of the sensor</a:t>
          </a:r>
          <a:endParaRPr lang="en-US" sz="2000" kern="1200" dirty="0"/>
        </a:p>
      </dsp:txBody>
      <dsp:txXfrm>
        <a:off x="7403100" y="2555408"/>
        <a:ext cx="315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6E0AE-9689-4234-BD5E-96EDFAF1358C}">
      <dsp:nvSpPr>
        <dsp:cNvPr id="0" name=""/>
        <dsp:cNvSpPr/>
      </dsp:nvSpPr>
      <dsp:spPr>
        <a:xfrm>
          <a:off x="0" y="572"/>
          <a:ext cx="5906327" cy="13387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DD72E8-9952-4AB3-AA54-4BE2C0BEEA3C}">
      <dsp:nvSpPr>
        <dsp:cNvPr id="0" name=""/>
        <dsp:cNvSpPr/>
      </dsp:nvSpPr>
      <dsp:spPr>
        <a:xfrm>
          <a:off x="404961" y="301782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6E0C1-DF0F-4C40-BA31-D71C9C164070}">
      <dsp:nvSpPr>
        <dsp:cNvPr id="0" name=""/>
        <dsp:cNvSpPr/>
      </dsp:nvSpPr>
      <dsp:spPr>
        <a:xfrm>
          <a:off x="1546215" y="572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The overall design of the earthquake detection system</a:t>
          </a:r>
          <a:endParaRPr lang="en-US" sz="1800" kern="1200" dirty="0"/>
        </a:p>
      </dsp:txBody>
      <dsp:txXfrm>
        <a:off x="1546215" y="572"/>
        <a:ext cx="4360112" cy="1338714"/>
      </dsp:txXfrm>
    </dsp:sp>
    <dsp:sp modelId="{153E5AFD-E3DE-497A-859B-7F356BE3A210}">
      <dsp:nvSpPr>
        <dsp:cNvPr id="0" name=""/>
        <dsp:cNvSpPr/>
      </dsp:nvSpPr>
      <dsp:spPr>
        <a:xfrm>
          <a:off x="0" y="1673965"/>
          <a:ext cx="5906327" cy="13387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BD13A-09B6-4FB0-878D-38370E776D1D}">
      <dsp:nvSpPr>
        <dsp:cNvPr id="0" name=""/>
        <dsp:cNvSpPr/>
      </dsp:nvSpPr>
      <dsp:spPr>
        <a:xfrm>
          <a:off x="404961" y="1975176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E7787-CAD1-42DE-A9B2-D003EA6FDD67}">
      <dsp:nvSpPr>
        <dsp:cNvPr id="0" name=""/>
        <dsp:cNvSpPr/>
      </dsp:nvSpPr>
      <dsp:spPr>
        <a:xfrm>
          <a:off x="1546215" y="1673965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The components involved, including the MPU6050 sensor, microcontroller, and other necessary peripherals</a:t>
          </a:r>
          <a:endParaRPr lang="en-US" sz="1800" kern="1200" dirty="0"/>
        </a:p>
      </dsp:txBody>
      <dsp:txXfrm>
        <a:off x="1546215" y="1673965"/>
        <a:ext cx="4360112" cy="1338714"/>
      </dsp:txXfrm>
    </dsp:sp>
    <dsp:sp modelId="{9396E3CF-C4B6-44FB-9881-B951AB8255AC}">
      <dsp:nvSpPr>
        <dsp:cNvPr id="0" name=""/>
        <dsp:cNvSpPr/>
      </dsp:nvSpPr>
      <dsp:spPr>
        <a:xfrm>
          <a:off x="0" y="3347358"/>
          <a:ext cx="5906327" cy="13387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AE048-F737-4385-8676-8E972121C5CE}">
      <dsp:nvSpPr>
        <dsp:cNvPr id="0" name=""/>
        <dsp:cNvSpPr/>
      </dsp:nvSpPr>
      <dsp:spPr>
        <a:xfrm>
          <a:off x="404961" y="3648569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4AD8B-EF07-411F-8F70-6E23D5E096FF}">
      <dsp:nvSpPr>
        <dsp:cNvPr id="0" name=""/>
        <dsp:cNvSpPr/>
      </dsp:nvSpPr>
      <dsp:spPr>
        <a:xfrm>
          <a:off x="1546215" y="3347358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A block diagram or schematic representation of the system</a:t>
          </a:r>
          <a:endParaRPr lang="en-US" sz="1800" kern="1200" dirty="0"/>
        </a:p>
      </dsp:txBody>
      <dsp:txXfrm>
        <a:off x="1546215" y="3347358"/>
        <a:ext cx="4360112" cy="13387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1E954-829E-4FE3-9461-E8FD08E98A2B}">
      <dsp:nvSpPr>
        <dsp:cNvPr id="0" name=""/>
        <dsp:cNvSpPr/>
      </dsp:nvSpPr>
      <dsp:spPr>
        <a:xfrm>
          <a:off x="93971" y="1233080"/>
          <a:ext cx="898579" cy="89857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BE7D7-56EA-4277-AB6F-3A10F260B073}">
      <dsp:nvSpPr>
        <dsp:cNvPr id="0" name=""/>
        <dsp:cNvSpPr/>
      </dsp:nvSpPr>
      <dsp:spPr>
        <a:xfrm>
          <a:off x="282673" y="1421782"/>
          <a:ext cx="521176" cy="5211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D4F04-7290-47EA-AD0C-75DDC5F1BE99}">
      <dsp:nvSpPr>
        <dsp:cNvPr id="0" name=""/>
        <dsp:cNvSpPr/>
      </dsp:nvSpPr>
      <dsp:spPr>
        <a:xfrm>
          <a:off x="1185104" y="1233080"/>
          <a:ext cx="2118080" cy="898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The working principle of the earthquake detection system</a:t>
          </a:r>
          <a:endParaRPr lang="en-US" sz="1600" kern="1200" dirty="0"/>
        </a:p>
      </dsp:txBody>
      <dsp:txXfrm>
        <a:off x="1185104" y="1233080"/>
        <a:ext cx="2118080" cy="898579"/>
      </dsp:txXfrm>
    </dsp:sp>
    <dsp:sp modelId="{8EA83AC9-EAA8-4FDF-A21E-C45443CC8239}">
      <dsp:nvSpPr>
        <dsp:cNvPr id="0" name=""/>
        <dsp:cNvSpPr/>
      </dsp:nvSpPr>
      <dsp:spPr>
        <a:xfrm>
          <a:off x="3672243" y="1233080"/>
          <a:ext cx="898579" cy="8985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664D1-F1C9-403A-AA14-50510384E48F}">
      <dsp:nvSpPr>
        <dsp:cNvPr id="0" name=""/>
        <dsp:cNvSpPr/>
      </dsp:nvSpPr>
      <dsp:spPr>
        <a:xfrm>
          <a:off x="3860945" y="1421782"/>
          <a:ext cx="521176" cy="5211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C98F0-26DF-4E13-AEB9-DC35F50933B0}">
      <dsp:nvSpPr>
        <dsp:cNvPr id="0" name=""/>
        <dsp:cNvSpPr/>
      </dsp:nvSpPr>
      <dsp:spPr>
        <a:xfrm>
          <a:off x="4763376" y="1233080"/>
          <a:ext cx="2118080" cy="898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How the MPU6050 sensor measures vibrations and accelerations</a:t>
          </a:r>
          <a:endParaRPr lang="en-US" sz="1600" kern="1200" dirty="0"/>
        </a:p>
      </dsp:txBody>
      <dsp:txXfrm>
        <a:off x="4763376" y="1233080"/>
        <a:ext cx="2118080" cy="898579"/>
      </dsp:txXfrm>
    </dsp:sp>
    <dsp:sp modelId="{BAAACC77-E3DA-46DB-B8FB-F3DACE073692}">
      <dsp:nvSpPr>
        <dsp:cNvPr id="0" name=""/>
        <dsp:cNvSpPr/>
      </dsp:nvSpPr>
      <dsp:spPr>
        <a:xfrm>
          <a:off x="7250515" y="1233080"/>
          <a:ext cx="898579" cy="89857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5274A-55B3-45DE-A6B3-7AF5BC44D882}">
      <dsp:nvSpPr>
        <dsp:cNvPr id="0" name=""/>
        <dsp:cNvSpPr/>
      </dsp:nvSpPr>
      <dsp:spPr>
        <a:xfrm>
          <a:off x="7439217" y="1421782"/>
          <a:ext cx="521176" cy="5211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13E1A-2F0D-4EAD-AD59-84B5E1F8F81B}">
      <dsp:nvSpPr>
        <dsp:cNvPr id="0" name=""/>
        <dsp:cNvSpPr/>
      </dsp:nvSpPr>
      <dsp:spPr>
        <a:xfrm>
          <a:off x="8341647" y="1233080"/>
          <a:ext cx="2118080" cy="898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The role of the microcontroller in processing the sensor data</a:t>
          </a:r>
          <a:endParaRPr lang="en-US" sz="1600" kern="1200" dirty="0"/>
        </a:p>
      </dsp:txBody>
      <dsp:txXfrm>
        <a:off x="8341647" y="1233080"/>
        <a:ext cx="2118080" cy="8985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06DD4-89AA-484E-A9E0-3BD96052689D}">
      <dsp:nvSpPr>
        <dsp:cNvPr id="0" name=""/>
        <dsp:cNvSpPr/>
      </dsp:nvSpPr>
      <dsp:spPr>
        <a:xfrm>
          <a:off x="614850" y="62370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2D20D-ED21-4DCB-844D-2BF72616448B}">
      <dsp:nvSpPr>
        <dsp:cNvPr id="0" name=""/>
        <dsp:cNvSpPr/>
      </dsp:nvSpPr>
      <dsp:spPr>
        <a:xfrm>
          <a:off x="1024350" y="471870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A19AB-43FE-4155-A687-15ECFA2365A3}">
      <dsp:nvSpPr>
        <dsp:cNvPr id="0" name=""/>
        <dsp:cNvSpPr/>
      </dsp:nvSpPr>
      <dsp:spPr>
        <a:xfrm>
          <a:off x="600" y="2582370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dirty="0"/>
            <a:t>the data processing and analysis techniques used</a:t>
          </a:r>
          <a:endParaRPr lang="en-US" sz="1700" kern="1200" dirty="0"/>
        </a:p>
      </dsp:txBody>
      <dsp:txXfrm>
        <a:off x="600" y="2582370"/>
        <a:ext cx="3150000" cy="720000"/>
      </dsp:txXfrm>
    </dsp:sp>
    <dsp:sp modelId="{B744A3A7-957E-46C0-9B62-FD45EC5C3EA1}">
      <dsp:nvSpPr>
        <dsp:cNvPr id="0" name=""/>
        <dsp:cNvSpPr/>
      </dsp:nvSpPr>
      <dsp:spPr>
        <a:xfrm>
          <a:off x="4316100" y="62370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AE7E0-160D-431B-9E9C-60281B718D04}">
      <dsp:nvSpPr>
        <dsp:cNvPr id="0" name=""/>
        <dsp:cNvSpPr/>
      </dsp:nvSpPr>
      <dsp:spPr>
        <a:xfrm>
          <a:off x="4725600" y="471870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FD25D-06C7-4C42-91B3-7243D636FF30}">
      <dsp:nvSpPr>
        <dsp:cNvPr id="0" name=""/>
        <dsp:cNvSpPr/>
      </dsp:nvSpPr>
      <dsp:spPr>
        <a:xfrm>
          <a:off x="3701850" y="2582370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dirty="0"/>
            <a:t>algorithms or methods utilized to detect earthquake events</a:t>
          </a:r>
          <a:endParaRPr lang="en-US" sz="1700" kern="1200" dirty="0"/>
        </a:p>
      </dsp:txBody>
      <dsp:txXfrm>
        <a:off x="3701850" y="2582370"/>
        <a:ext cx="3150000" cy="720000"/>
      </dsp:txXfrm>
    </dsp:sp>
    <dsp:sp modelId="{0304D49E-494B-4CA0-BAAA-04271ECC2FC9}">
      <dsp:nvSpPr>
        <dsp:cNvPr id="0" name=""/>
        <dsp:cNvSpPr/>
      </dsp:nvSpPr>
      <dsp:spPr>
        <a:xfrm>
          <a:off x="8017350" y="62370"/>
          <a:ext cx="1921500" cy="1921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0286DF-5AC7-4B31-B2F3-4B150A023DA9}">
      <dsp:nvSpPr>
        <dsp:cNvPr id="0" name=""/>
        <dsp:cNvSpPr/>
      </dsp:nvSpPr>
      <dsp:spPr>
        <a:xfrm>
          <a:off x="8426850" y="471870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ECC0E-0DC8-48A0-8A93-C55739306702}">
      <dsp:nvSpPr>
        <dsp:cNvPr id="0" name=""/>
        <dsp:cNvSpPr/>
      </dsp:nvSpPr>
      <dsp:spPr>
        <a:xfrm>
          <a:off x="7403100" y="2582370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dirty="0"/>
            <a:t>the importance of calibration and threshold setting</a:t>
          </a:r>
          <a:endParaRPr lang="en-US" sz="1700" kern="1200" dirty="0"/>
        </a:p>
      </dsp:txBody>
      <dsp:txXfrm>
        <a:off x="7403100" y="2582370"/>
        <a:ext cx="315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C563E-B2A1-4FA0-90FC-E60A15539457}">
      <dsp:nvSpPr>
        <dsp:cNvPr id="0" name=""/>
        <dsp:cNvSpPr/>
      </dsp:nvSpPr>
      <dsp:spPr>
        <a:xfrm>
          <a:off x="0" y="572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1C4C5-045E-4058-BDF3-72511616D696}">
      <dsp:nvSpPr>
        <dsp:cNvPr id="0" name=""/>
        <dsp:cNvSpPr/>
      </dsp:nvSpPr>
      <dsp:spPr>
        <a:xfrm>
          <a:off x="404961" y="301782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2225D-9C47-4B3A-A878-1A99244623CC}">
      <dsp:nvSpPr>
        <dsp:cNvPr id="0" name=""/>
        <dsp:cNvSpPr/>
      </dsp:nvSpPr>
      <dsp:spPr>
        <a:xfrm>
          <a:off x="1546215" y="572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The results obtained from testing the system</a:t>
          </a:r>
          <a:endParaRPr lang="en-US" sz="2300" kern="1200" dirty="0"/>
        </a:p>
      </dsp:txBody>
      <dsp:txXfrm>
        <a:off x="1546215" y="572"/>
        <a:ext cx="4360112" cy="1338714"/>
      </dsp:txXfrm>
    </dsp:sp>
    <dsp:sp modelId="{A8D2E7FE-F3BF-4705-9AF8-2E1422BF4132}">
      <dsp:nvSpPr>
        <dsp:cNvPr id="0" name=""/>
        <dsp:cNvSpPr/>
      </dsp:nvSpPr>
      <dsp:spPr>
        <a:xfrm>
          <a:off x="0" y="1673965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C306B-F451-48E3-B3DB-65C70DFC6C2E}">
      <dsp:nvSpPr>
        <dsp:cNvPr id="0" name=""/>
        <dsp:cNvSpPr/>
      </dsp:nvSpPr>
      <dsp:spPr>
        <a:xfrm>
          <a:off x="404961" y="1975176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81442-5B58-4437-AAF6-A864737C67D0}">
      <dsp:nvSpPr>
        <dsp:cNvPr id="0" name=""/>
        <dsp:cNvSpPr/>
      </dsp:nvSpPr>
      <dsp:spPr>
        <a:xfrm>
          <a:off x="1546215" y="1673965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The accuracy and reliability of the earthquake detection system</a:t>
          </a:r>
          <a:endParaRPr lang="en-US" sz="2300" kern="1200" dirty="0"/>
        </a:p>
      </dsp:txBody>
      <dsp:txXfrm>
        <a:off x="1546215" y="1673965"/>
        <a:ext cx="4360112" cy="1338714"/>
      </dsp:txXfrm>
    </dsp:sp>
    <dsp:sp modelId="{42075DCF-7606-45EC-9EFA-762C0CECAEE3}">
      <dsp:nvSpPr>
        <dsp:cNvPr id="0" name=""/>
        <dsp:cNvSpPr/>
      </dsp:nvSpPr>
      <dsp:spPr>
        <a:xfrm>
          <a:off x="0" y="3347358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AF259-A3B9-4440-8B04-AB91A2D83E6E}">
      <dsp:nvSpPr>
        <dsp:cNvPr id="0" name=""/>
        <dsp:cNvSpPr/>
      </dsp:nvSpPr>
      <dsp:spPr>
        <a:xfrm>
          <a:off x="404961" y="3648569"/>
          <a:ext cx="736292" cy="736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7ECB0-A5F4-43EA-A118-9199CB01272E}">
      <dsp:nvSpPr>
        <dsp:cNvPr id="0" name=""/>
        <dsp:cNvSpPr/>
      </dsp:nvSpPr>
      <dsp:spPr>
        <a:xfrm>
          <a:off x="1546215" y="3347358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The performance against known earthquake events or standards</a:t>
          </a:r>
          <a:endParaRPr lang="en-US" sz="2300" kern="1200" dirty="0"/>
        </a:p>
      </dsp:txBody>
      <dsp:txXfrm>
        <a:off x="1546215" y="3347358"/>
        <a:ext cx="4360112" cy="13387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1DE2C-8E8E-4F1F-A847-8A6D1DF6A414}">
      <dsp:nvSpPr>
        <dsp:cNvPr id="0" name=""/>
        <dsp:cNvSpPr/>
      </dsp:nvSpPr>
      <dsp:spPr>
        <a:xfrm>
          <a:off x="824" y="0"/>
          <a:ext cx="3339256" cy="3364741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2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9844" tIns="0" rIns="3298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Potential applications of the earthquake detection system</a:t>
          </a:r>
          <a:endParaRPr lang="en-US" sz="2400" kern="1200" dirty="0"/>
        </a:p>
      </dsp:txBody>
      <dsp:txXfrm>
        <a:off x="824" y="1345896"/>
        <a:ext cx="3339256" cy="2018844"/>
      </dsp:txXfrm>
    </dsp:sp>
    <dsp:sp modelId="{365FD196-0762-4865-8BEB-54AF39B57C1D}">
      <dsp:nvSpPr>
        <dsp:cNvPr id="0" name=""/>
        <dsp:cNvSpPr/>
      </dsp:nvSpPr>
      <dsp:spPr>
        <a:xfrm>
          <a:off x="824" y="0"/>
          <a:ext cx="3339256" cy="1345896"/>
        </a:xfrm>
        <a:prstGeom prst="rect">
          <a:avLst/>
        </a:prstGeom>
        <a:noFill/>
        <a:ln w="9525" cap="rnd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9844" tIns="165100" rIns="329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4" y="0"/>
        <a:ext cx="3339256" cy="1345896"/>
      </dsp:txXfrm>
    </dsp:sp>
    <dsp:sp modelId="{623CA8E0-C9DB-4EF1-A94D-793F46DB7A9E}">
      <dsp:nvSpPr>
        <dsp:cNvPr id="0" name=""/>
        <dsp:cNvSpPr/>
      </dsp:nvSpPr>
      <dsp:spPr>
        <a:xfrm>
          <a:off x="3607221" y="0"/>
          <a:ext cx="3339256" cy="3364741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979831"/>
                <a:satOff val="6863"/>
                <a:lumOff val="0"/>
                <a:alphaOff val="0"/>
                <a:tint val="98000"/>
                <a:lumMod val="102000"/>
              </a:schemeClr>
              <a:schemeClr val="accent2">
                <a:hueOff val="979831"/>
                <a:satOff val="6863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979831"/>
              <a:satOff val="6863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9844" tIns="0" rIns="3298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Opportunities for further improvements or enhancements</a:t>
          </a:r>
          <a:endParaRPr lang="en-US" sz="2400" kern="1200" dirty="0"/>
        </a:p>
      </dsp:txBody>
      <dsp:txXfrm>
        <a:off x="3607221" y="1345896"/>
        <a:ext cx="3339256" cy="2018844"/>
      </dsp:txXfrm>
    </dsp:sp>
    <dsp:sp modelId="{48C44382-47A4-4967-8CAE-E7DBB13E7C70}">
      <dsp:nvSpPr>
        <dsp:cNvPr id="0" name=""/>
        <dsp:cNvSpPr/>
      </dsp:nvSpPr>
      <dsp:spPr>
        <a:xfrm>
          <a:off x="3607221" y="0"/>
          <a:ext cx="3339256" cy="1345896"/>
        </a:xfrm>
        <a:prstGeom prst="rect">
          <a:avLst/>
        </a:prstGeom>
        <a:noFill/>
        <a:ln w="9525" cap="rnd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9844" tIns="165100" rIns="329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607221" y="0"/>
        <a:ext cx="3339256" cy="1345896"/>
      </dsp:txXfrm>
    </dsp:sp>
    <dsp:sp modelId="{734BDE21-1FAE-47AC-BA25-567859FCA7AC}">
      <dsp:nvSpPr>
        <dsp:cNvPr id="0" name=""/>
        <dsp:cNvSpPr/>
      </dsp:nvSpPr>
      <dsp:spPr>
        <a:xfrm>
          <a:off x="7213618" y="0"/>
          <a:ext cx="3339256" cy="3364741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1959662"/>
                <a:satOff val="13726"/>
                <a:lumOff val="0"/>
                <a:alphaOff val="0"/>
                <a:tint val="98000"/>
                <a:lumMod val="102000"/>
              </a:schemeClr>
              <a:schemeClr val="accent2">
                <a:hueOff val="1959662"/>
                <a:satOff val="13726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2">
              <a:hueOff val="1959662"/>
              <a:satOff val="13726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9844" tIns="0" rIns="32984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The importance of real-time monitoring and early warning systems</a:t>
          </a:r>
          <a:endParaRPr lang="en-US" sz="2400" kern="1200" dirty="0"/>
        </a:p>
      </dsp:txBody>
      <dsp:txXfrm>
        <a:off x="7213618" y="1345896"/>
        <a:ext cx="3339256" cy="2018844"/>
      </dsp:txXfrm>
    </dsp:sp>
    <dsp:sp modelId="{5816AEA0-875A-48DF-B44C-011B752CBD9D}">
      <dsp:nvSpPr>
        <dsp:cNvPr id="0" name=""/>
        <dsp:cNvSpPr/>
      </dsp:nvSpPr>
      <dsp:spPr>
        <a:xfrm>
          <a:off x="7213618" y="0"/>
          <a:ext cx="3339256" cy="1345896"/>
        </a:xfrm>
        <a:prstGeom prst="rect">
          <a:avLst/>
        </a:prstGeom>
        <a:noFill/>
        <a:ln w="9525" cap="rnd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9844" tIns="165100" rIns="32984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213618" y="0"/>
        <a:ext cx="3339256" cy="13458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21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9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3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50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2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74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537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0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10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36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41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904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28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13-Sep-26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172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047A07-72EC-41BC-A55F-C264F639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17DA4E89-984E-3964-26AC-E8F7897D00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3852" b="118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00D667-39BA-FAA7-9DAE-DD5465FB8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3732453"/>
          </a:xfrm>
        </p:spPr>
        <p:txBody>
          <a:bodyPr>
            <a:normAutofit/>
          </a:bodyPr>
          <a:lstStyle/>
          <a:p>
            <a:r>
              <a:rPr lang="en-US" dirty="0"/>
              <a:t>Earthquake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D168B7-2BCA-65E5-FFA2-193EC3B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>
            <a:normAutofit/>
          </a:bodyPr>
          <a:lstStyle/>
          <a:p>
            <a:r>
              <a:rPr lang="en-US" dirty="0"/>
              <a:t>Supervised by Dr/ </a:t>
            </a:r>
            <a:r>
              <a:rPr lang="en-US" dirty="0" err="1"/>
              <a:t>Abeer</a:t>
            </a:r>
            <a:r>
              <a:rPr lang="en-US" dirty="0"/>
              <a:t> </a:t>
            </a:r>
            <a:r>
              <a:rPr lang="en-US" dirty="0" err="1"/>
              <a:t>Twakol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38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A9860-9EC4-90B1-2519-D91C40444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58987AB-49D0-C272-90F5-598F777F1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366778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932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FB8D2-35AE-9046-152C-E0BB1BA5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en-US" dirty="0"/>
              <a:t>Objective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616978A-583E-B42A-C887-8EB81EA6E2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54558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6437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3C4B-AABE-6E94-5482-D47EA794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-apple-system"/>
              </a:rPr>
              <a:t>Overview of MPU6050 Sensor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47B895-ABCA-365D-832A-58C41D18B7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139478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03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72C94-EB8D-8309-DB6F-CF198DDF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en-US" b="0" i="0">
                <a:effectLst/>
                <a:latin typeface="-apple-system"/>
              </a:rPr>
              <a:t>Earthquake Detection System Design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3737DE-4365-8DAE-9E0E-F7B6F59C5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1733707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5003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10C530-1491-4DC2-8239-5807DE079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5CE2BB67-CFE2-40C2-A718-0811C8550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1ABA3-13A7-2026-2C2D-0DDDBCA3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-apple-system"/>
              </a:rPr>
              <a:t>Working Principle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6436CF-6832-DE48-E865-588288F29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494628"/>
              </p:ext>
            </p:extLst>
          </p:nvPr>
        </p:nvGraphicFramePr>
        <p:xfrm>
          <a:off x="819150" y="2494722"/>
          <a:ext cx="10553700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8707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10C530-1491-4DC2-8239-5807DE079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5CE2BB67-CFE2-40C2-A718-0811C8550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715FC-02E8-48D1-9514-8405FF60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-apple-system"/>
              </a:rPr>
              <a:t>Data Processing and Analysis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006EC7-74B5-B55B-4250-0112186AF8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910748"/>
              </p:ext>
            </p:extLst>
          </p:nvPr>
        </p:nvGraphicFramePr>
        <p:xfrm>
          <a:off x="819150" y="2494722"/>
          <a:ext cx="10553700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2713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lue blocks and networks technology background">
            <a:extLst>
              <a:ext uri="{FF2B5EF4-FFF2-40B4-BE49-F238E27FC236}">
                <a16:creationId xmlns:a16="http://schemas.microsoft.com/office/drawing/2014/main" id="{BE9E5E71-1058-6594-F757-73C6E8E178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551" r="40462" b="-446"/>
          <a:stretch/>
        </p:blipFill>
        <p:spPr>
          <a:xfrm>
            <a:off x="6108700" y="-1"/>
            <a:ext cx="6094450" cy="6858001"/>
          </a:xfrm>
          <a:prstGeom prst="rect">
            <a:avLst/>
          </a:prstGeom>
        </p:spPr>
      </p:pic>
      <p:sp>
        <p:nvSpPr>
          <p:cNvPr id="12" name="Freeform 16">
            <a:extLst>
              <a:ext uri="{FF2B5EF4-FFF2-40B4-BE49-F238E27FC236}">
                <a16:creationId xmlns:a16="http://schemas.microsoft.com/office/drawing/2014/main" id="{3EEED574-6FCC-45F8-ABA8-05782705A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20081-16B1-05FD-878A-5499DEC2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070100" cy="1559412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-apple-system"/>
              </a:rPr>
              <a:t>System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3F63-76E1-A56A-F87E-6FA126D7A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-apple-system"/>
              </a:rPr>
              <a:t>T</a:t>
            </a:r>
            <a:r>
              <a:rPr lang="en-US" b="0" i="0" dirty="0">
                <a:effectLst/>
                <a:latin typeface="-apple-system"/>
              </a:rPr>
              <a:t>he practical implementation of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-apple-system"/>
              </a:rPr>
              <a:t>T</a:t>
            </a:r>
            <a:r>
              <a:rPr lang="en-US" b="0" i="0" dirty="0">
                <a:effectLst/>
                <a:latin typeface="-apple-system"/>
              </a:rPr>
              <a:t>he hardware setup and connections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81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A34BD-C572-A623-D2BC-511C5A65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en-US" b="0" i="0" dirty="0">
                <a:effectLst/>
                <a:latin typeface="-apple-system"/>
              </a:rPr>
              <a:t>Results and Performance Evaluation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154063-DD8E-1D12-CD8E-F05FC1C69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084389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61284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2744-85C7-1730-D8BF-60969DDF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-apple-system"/>
              </a:rPr>
              <a:t> Applications and Future Scope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2110CB-B410-9D06-6C2E-BA76B9A98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498876"/>
              </p:ext>
            </p:extLst>
          </p:nvPr>
        </p:nvGraphicFramePr>
        <p:xfrm>
          <a:off x="819150" y="2494722"/>
          <a:ext cx="10553700" cy="3364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350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54</TotalTime>
  <Words>230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</vt:lpstr>
      <vt:lpstr>Arial</vt:lpstr>
      <vt:lpstr>Century Gothic</vt:lpstr>
      <vt:lpstr>Wingdings 2</vt:lpstr>
      <vt:lpstr>Quotable</vt:lpstr>
      <vt:lpstr>Earthquake Detector</vt:lpstr>
      <vt:lpstr>Introduction</vt:lpstr>
      <vt:lpstr>Objective</vt:lpstr>
      <vt:lpstr>Overview of MPU6050 Sensor</vt:lpstr>
      <vt:lpstr>Earthquake Detection System Design</vt:lpstr>
      <vt:lpstr>Working Principle</vt:lpstr>
      <vt:lpstr>Data Processing and Analysis</vt:lpstr>
      <vt:lpstr>System Implementation</vt:lpstr>
      <vt:lpstr>Results and Performance Evaluation</vt:lpstr>
      <vt:lpstr> Applications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 Detector</dc:title>
  <dc:creator>Hussain Ahmed</dc:creator>
  <cp:lastModifiedBy>Rizk, Hussein Ahmed Ibrahim Abdelaziz</cp:lastModifiedBy>
  <cp:revision>5</cp:revision>
  <dcterms:created xsi:type="dcterms:W3CDTF">2023-12-27T10:29:25Z</dcterms:created>
  <dcterms:modified xsi:type="dcterms:W3CDTF">2026-09-13T21:53:32Z</dcterms:modified>
</cp:coreProperties>
</file>