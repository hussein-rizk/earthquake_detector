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DDC2C-FC69-4814-ABE0-C0F3032C6C3D}" type="datetimeFigureOut">
              <a:rPr lang="en-US" smtClean="0"/>
              <a:t>14-Sep-26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25E90-9F05-4066-B321-285E8BC276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289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DDC2C-FC69-4814-ABE0-C0F3032C6C3D}" type="datetimeFigureOut">
              <a:rPr lang="en-US" smtClean="0"/>
              <a:t>14-Sep-26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25E90-9F05-4066-B321-285E8BC276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102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DDC2C-FC69-4814-ABE0-C0F3032C6C3D}" type="datetimeFigureOut">
              <a:rPr lang="en-US" smtClean="0"/>
              <a:t>14-Sep-26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25E90-9F05-4066-B321-285E8BC276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083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DDC2C-FC69-4814-ABE0-C0F3032C6C3D}" type="datetimeFigureOut">
              <a:rPr lang="en-US" smtClean="0"/>
              <a:t>14-Sep-26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25E90-9F05-4066-B321-285E8BC276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224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DDC2C-FC69-4814-ABE0-C0F3032C6C3D}" type="datetimeFigureOut">
              <a:rPr lang="en-US" smtClean="0"/>
              <a:t>14-Sep-26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25E90-9F05-4066-B321-285E8BC276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098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DDC2C-FC69-4814-ABE0-C0F3032C6C3D}" type="datetimeFigureOut">
              <a:rPr lang="en-US" smtClean="0"/>
              <a:t>14-Sep-26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25E90-9F05-4066-B321-285E8BC276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240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DDC2C-FC69-4814-ABE0-C0F3032C6C3D}" type="datetimeFigureOut">
              <a:rPr lang="en-US" smtClean="0"/>
              <a:t>14-Sep-26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25E90-9F05-4066-B321-285E8BC276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097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DDC2C-FC69-4814-ABE0-C0F3032C6C3D}" type="datetimeFigureOut">
              <a:rPr lang="en-US" smtClean="0"/>
              <a:t>14-Sep-26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25E90-9F05-4066-B321-285E8BC276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467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C73DDC2C-FC69-4814-ABE0-C0F3032C6C3D}" type="datetimeFigureOut">
              <a:rPr lang="en-US" smtClean="0"/>
              <a:t>14-Sep-26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61425E90-9F05-4066-B321-285E8BC276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832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DDC2C-FC69-4814-ABE0-C0F3032C6C3D}" type="datetimeFigureOut">
              <a:rPr lang="en-US" smtClean="0"/>
              <a:t>14-Sep-26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25E90-9F05-4066-B321-285E8BC276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573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DDC2C-FC69-4814-ABE0-C0F3032C6C3D}" type="datetimeFigureOut">
              <a:rPr lang="en-US" smtClean="0"/>
              <a:t>14-Sep-26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25E90-9F05-4066-B321-285E8BC276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4972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DDC2C-FC69-4814-ABE0-C0F3032C6C3D}" type="datetimeFigureOut">
              <a:rPr lang="en-US" smtClean="0"/>
              <a:t>14-Sep-26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25E90-9F05-4066-B321-285E8BC276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931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DDC2C-FC69-4814-ABE0-C0F3032C6C3D}" type="datetimeFigureOut">
              <a:rPr lang="en-US" smtClean="0"/>
              <a:t>14-Sep-26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25E90-9F05-4066-B321-285E8BC276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5030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DDC2C-FC69-4814-ABE0-C0F3032C6C3D}" type="datetimeFigureOut">
              <a:rPr lang="en-US" smtClean="0"/>
              <a:t>14-Sep-26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25E90-9F05-4066-B321-285E8BC276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06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DDC2C-FC69-4814-ABE0-C0F3032C6C3D}" type="datetimeFigureOut">
              <a:rPr lang="en-US" smtClean="0"/>
              <a:t>14-Sep-26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25E90-9F05-4066-B321-285E8BC276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5660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DDC2C-FC69-4814-ABE0-C0F3032C6C3D}" type="datetimeFigureOut">
              <a:rPr lang="en-US" smtClean="0"/>
              <a:t>14-Sep-26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25E90-9F05-4066-B321-285E8BC276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529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DDC2C-FC69-4814-ABE0-C0F3032C6C3D}" type="datetimeFigureOut">
              <a:rPr lang="en-US" smtClean="0"/>
              <a:t>14-Sep-26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25E90-9F05-4066-B321-285E8BC276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973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C73DDC2C-FC69-4814-ABE0-C0F3032C6C3D}" type="datetimeFigureOut">
              <a:rPr lang="en-US" smtClean="0"/>
              <a:t>14-Sep-26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61425E90-9F05-4066-B321-285E8BC276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0316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17/06/relationships/model3d" Target="../media/model3d5.glb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microsoft.com/office/2017/06/relationships/model3d" Target="../media/model3d2.glb"/><Relationship Id="rId1" Type="http://schemas.openxmlformats.org/officeDocument/2006/relationships/slideLayout" Target="../slideLayouts/slideLayout1.xml"/><Relationship Id="rId6" Type="http://schemas.microsoft.com/office/2017/06/relationships/model3d" Target="../media/model3d4.glb"/><Relationship Id="rId5" Type="http://schemas.openxmlformats.org/officeDocument/2006/relationships/image" Target="../media/image4.png"/><Relationship Id="rId4" Type="http://schemas.microsoft.com/office/2017/06/relationships/model3d" Target="../media/model3d3.glb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47F3A-5562-2846-71B5-498182011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3D Model 3">
                <a:extLst>
                  <a:ext uri="{FF2B5EF4-FFF2-40B4-BE49-F238E27FC236}">
                    <a16:creationId xmlns:a16="http://schemas.microsoft.com/office/drawing/2014/main" id="{0C009D72-E4A1-5636-C153-4164EC383C6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14487156"/>
                  </p:ext>
                </p:extLst>
              </p:nvPr>
            </p:nvGraphicFramePr>
            <p:xfrm rot="5400000">
              <a:off x="3403857" y="362398"/>
              <a:ext cx="5384283" cy="5502081"/>
            </p:xfrm>
            <a:graphic>
              <a:graphicData uri="http://schemas.microsoft.com/office/drawing/2017/model3d">
                <am3d:model3d r:embed="rId2">
                  <am3d:spPr>
                    <a:xfrm rot="5400000">
                      <a:off x="0" y="0"/>
                      <a:ext cx="5384283" cy="550208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>
                      <a:glow rad="63500">
                        <a:schemeClr val="tx1">
                          <a:alpha val="44000"/>
                        </a:schemeClr>
                      </a:glow>
                      <a:outerShdw blurRad="482600" dist="76200" dir="13560000" sx="103000" sy="103000" algn="t" rotWithShape="0">
                        <a:schemeClr val="tx1"/>
                      </a:outerShdw>
                      <a:reflection stA="16000" endPos="51000" dist="88900" dir="5400000" sy="-100000" algn="bl" rotWithShape="0"/>
                    </a:effectLst>
                    <a:scene3d>
                      <a:camera prst="orthographicFront"/>
                      <a:lightRig rig="threePt" dir="t"/>
                    </a:scene3d>
                    <a:sp3d prstMaterial="softEdge"/>
                  </am3d:spPr>
                  <am3d:camera>
                    <am3d:pos x="0" y="0" z="6542006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333" d="1000000"/>
                    <am3d:preTrans dx="-25547083" dy="-25551903" dz="22315996"/>
                    <am3d:scale>
                      <am3d:sx n="1000000" d="1000000"/>
                      <am3d:sy n="1000000" d="1000000"/>
                      <am3d:sz n="1000000" d="1000000"/>
                    </am3d:scale>
                    <am3d:rot ax="5971419" ay="-2858493" az="4632569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691091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3D Model 3">
                <a:extLst>
                  <a:ext uri="{FF2B5EF4-FFF2-40B4-BE49-F238E27FC236}">
                    <a16:creationId xmlns:a16="http://schemas.microsoft.com/office/drawing/2014/main" id="{0C009D72-E4A1-5636-C153-4164EC383C6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5400000">
                <a:off x="3403857" y="362398"/>
                <a:ext cx="5384283" cy="5502081"/>
              </a:xfrm>
              <a:prstGeom prst="rect">
                <a:avLst/>
              </a:prstGeom>
              <a:noFill/>
              <a:ln>
                <a:noFill/>
              </a:ln>
              <a:effectLst>
                <a:glow rad="63500">
                  <a:schemeClr val="tx1">
                    <a:alpha val="44000"/>
                  </a:schemeClr>
                </a:glow>
                <a:outerShdw blurRad="482600" dist="76200" dir="13560000" sx="103000" sy="103000" algn="t" rotWithShape="0">
                  <a:schemeClr val="tx1"/>
                </a:outerShdw>
                <a:reflection stA="16000" endPos="51000" dist="88900" dir="5400000" sy="-100000" algn="bl" rotWithShape="0"/>
              </a:effectLst>
              <a:scene3d>
                <a:camera prst="orthographicFront"/>
                <a:lightRig rig="threePt" dir="t"/>
              </a:scene3d>
              <a:sp3d prstMaterial="softEdge"/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85653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mph" presetSubtype="5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2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0F691-E196-5644-B2E6-F7638765C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3D Model 1">
                <a:extLst>
                  <a:ext uri="{FF2B5EF4-FFF2-40B4-BE49-F238E27FC236}">
                    <a16:creationId xmlns:a16="http://schemas.microsoft.com/office/drawing/2014/main" id="{9627F912-F375-E2CC-AE3B-D7A4545CC97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14132546"/>
                  </p:ext>
                </p:extLst>
              </p:nvPr>
            </p:nvGraphicFramePr>
            <p:xfrm>
              <a:off x="1163321" y="2925810"/>
              <a:ext cx="4353384" cy="3318183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4353384" cy="3318183"/>
                    </a:xfrm>
                    <a:prstGeom prst="rect">
                      <a:avLst/>
                    </a:prstGeom>
                  </am3d:spPr>
                  <am3d:camera>
                    <am3d:pos x="0" y="0" z="6652441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000" d="1000000"/>
                    <am3d:preTrans dx="-18000000" dy="-315000" dz="18000000"/>
                    <am3d:scale>
                      <am3d:sx n="1000000" d="1000000"/>
                      <am3d:sy n="1000000" d="1000000"/>
                      <am3d:sz n="1000000" d="1000000"/>
                    </am3d:scale>
                    <am3d:rot ax="2938724" ay="20580" az="23656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541866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3D Model 1">
                <a:extLst>
                  <a:ext uri="{FF2B5EF4-FFF2-40B4-BE49-F238E27FC236}">
                    <a16:creationId xmlns:a16="http://schemas.microsoft.com/office/drawing/2014/main" id="{9627F912-F375-E2CC-AE3B-D7A4545CC97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63321" y="2925810"/>
                <a:ext cx="4353384" cy="33181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3D Model 2">
                <a:extLst>
                  <a:ext uri="{FF2B5EF4-FFF2-40B4-BE49-F238E27FC236}">
                    <a16:creationId xmlns:a16="http://schemas.microsoft.com/office/drawing/2014/main" id="{B9F1DC40-7DAC-2FBE-5540-E14D78E098D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90853877"/>
                  </p:ext>
                </p:extLst>
              </p:nvPr>
            </p:nvGraphicFramePr>
            <p:xfrm>
              <a:off x="6598378" y="286318"/>
              <a:ext cx="4924439" cy="2732460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4924439" cy="2732460"/>
                    </a:xfrm>
                    <a:prstGeom prst="rect">
                      <a:avLst/>
                    </a:prstGeom>
                  </am3d:spPr>
                  <am3d:camera>
                    <am3d:pos x="0" y="0" z="5741641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333" d="1000000"/>
                    <am3d:preTrans dx="-18000000" dy="-12599999" dz="150000"/>
                    <am3d:scale>
                      <am3d:sx n="1000000" d="1000000"/>
                      <am3d:sy n="1000000" d="1000000"/>
                      <am3d:sz n="1000000" d="1000000"/>
                    </am3d:scale>
                    <am3d:rot ax="-2562563" ay="-230688" az="212513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541866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3D Model 2">
                <a:extLst>
                  <a:ext uri="{FF2B5EF4-FFF2-40B4-BE49-F238E27FC236}">
                    <a16:creationId xmlns:a16="http://schemas.microsoft.com/office/drawing/2014/main" id="{B9F1DC40-7DAC-2FBE-5540-E14D78E098D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98378" y="286318"/>
                <a:ext cx="4924439" cy="27324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3D Model 4">
                <a:extLst>
                  <a:ext uri="{FF2B5EF4-FFF2-40B4-BE49-F238E27FC236}">
                    <a16:creationId xmlns:a16="http://schemas.microsoft.com/office/drawing/2014/main" id="{61E7D416-B4F4-F427-5CF5-2F461931681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28161297"/>
                  </p:ext>
                </p:extLst>
              </p:nvPr>
            </p:nvGraphicFramePr>
            <p:xfrm>
              <a:off x="1355505" y="83377"/>
              <a:ext cx="3969017" cy="3008330"/>
            </p:xfrm>
            <a:graphic>
              <a:graphicData uri="http://schemas.microsoft.com/office/drawing/2017/model3d">
                <am3d:model3d r:embed="rId6">
                  <am3d:spPr>
                    <a:xfrm>
                      <a:off x="0" y="0"/>
                      <a:ext cx="3969017" cy="3008330"/>
                    </a:xfrm>
                    <a:prstGeom prst="rect">
                      <a:avLst/>
                    </a:prstGeom>
                  </am3d:spPr>
                  <am3d:camera>
                    <am3d:pos x="0" y="0" z="665219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000" d="1000000"/>
                    <am3d:preTrans dx="-18000000" dy="-225000" dz="18000000"/>
                    <am3d:scale>
                      <am3d:sx n="1000000" d="1000000"/>
                      <am3d:sy n="1000000" d="1000000"/>
                      <am3d:sz n="1000000" d="1000000"/>
                    </am3d:scale>
                    <am3d:rot ax="2907618" ay="-41608" az="-46937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490151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3D Model 4">
                <a:extLst>
                  <a:ext uri="{FF2B5EF4-FFF2-40B4-BE49-F238E27FC236}">
                    <a16:creationId xmlns:a16="http://schemas.microsoft.com/office/drawing/2014/main" id="{61E7D416-B4F4-F427-5CF5-2F461931681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55505" y="83377"/>
                <a:ext cx="3969017" cy="30083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" name="3D Model 5">
                <a:extLst>
                  <a:ext uri="{FF2B5EF4-FFF2-40B4-BE49-F238E27FC236}">
                    <a16:creationId xmlns:a16="http://schemas.microsoft.com/office/drawing/2014/main" id="{9AF36C55-A832-A9F1-BDCD-D9FC7F4E255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34148938"/>
                  </p:ext>
                </p:extLst>
              </p:nvPr>
            </p:nvGraphicFramePr>
            <p:xfrm>
              <a:off x="6506271" y="2692797"/>
              <a:ext cx="5108654" cy="4004287"/>
            </p:xfrm>
            <a:graphic>
              <a:graphicData uri="http://schemas.microsoft.com/office/drawing/2017/model3d">
                <am3d:model3d r:embed="rId8">
                  <am3d:spPr>
                    <a:xfrm>
                      <a:off x="0" y="0"/>
                      <a:ext cx="5108654" cy="4004287"/>
                    </a:xfrm>
                    <a:prstGeom prst="rect">
                      <a:avLst/>
                    </a:prstGeom>
                  </am3d:spPr>
                  <am3d:camera>
                    <am3d:pos x="0" y="0" z="665219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000" d="1000000"/>
                    <am3d:preTrans dx="-18000000" dy="-225000" dz="18000000"/>
                    <am3d:scale>
                      <am3d:sx n="1000000" d="1000000"/>
                      <am3d:sy n="1000000" d="1000000"/>
                      <am3d:sz n="1000000" d="1000000"/>
                    </am3d:scale>
                    <am3d:rot ax="-8176851" ay="-746872" az="-698820"/>
                    <am3d:postTrans dx="0" dy="0" dz="0"/>
                  </am3d:trans>
                  <am3d:raster rName="Office3DRenderer" rVer="16.0.8326">
                    <am3d:blip r:embed="rId9"/>
                  </am3d:raster>
                  <am3d:objViewport viewportSz="541866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6" name="3D Model 5">
                <a:extLst>
                  <a:ext uri="{FF2B5EF4-FFF2-40B4-BE49-F238E27FC236}">
                    <a16:creationId xmlns:a16="http://schemas.microsoft.com/office/drawing/2014/main" id="{9AF36C55-A832-A9F1-BDCD-D9FC7F4E255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506271" y="2692797"/>
                <a:ext cx="5108654" cy="400428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75470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mph" presetSubtype="128" accel="10000" decel="1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37" presetClass="emph" presetSubtype="128" accel="10000" decel="1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37" presetClass="emph" presetSubtype="128" accel="10000" decel="1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7" presetClass="emph" presetSubtype="128" accel="10000" decel="1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" dur="2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10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Century Gothic</vt:lpstr>
      <vt:lpstr>Mesh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Hussain Rizk</dc:creator>
  <cp:lastModifiedBy>Rizk, Hussein Ahmed Ibrahim Abdelaziz</cp:lastModifiedBy>
  <cp:revision>3</cp:revision>
  <dcterms:created xsi:type="dcterms:W3CDTF">2025-02-21T16:52:08Z</dcterms:created>
  <dcterms:modified xsi:type="dcterms:W3CDTF">2026-09-14T00:29:47Z</dcterms:modified>
</cp:coreProperties>
</file>